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2b1f20533843d1" /><Relationship Type="http://schemas.openxmlformats.org/officeDocument/2006/relationships/extended-properties" Target="/docProps/app.xml" Id="R21312e771ab649ad" /><Relationship Type="http://schemas.openxmlformats.org/officeDocument/2006/relationships/officeDocument" Target="/ppt/presentation.xml" Id="R11e46813bd6c46a1" /></Relationships>
</file>

<file path=ppt/presentation.xml><?xml version="1.0" encoding="utf-8"?>
<p:presentation xmlns:p="http://schemas.openxmlformats.org/presentationml/2006/main">
  <p:sldMasterIdLst>
    <p:sldMasterId xmlns:r="http://schemas.openxmlformats.org/officeDocument/2006/relationships" id="2147483648" r:id="R581835a538194098"/>
  </p:sldMasterIdLst>
  <p:notesMasterIdLst>
    <p:notesMasterId xmlns:r="http://schemas.openxmlformats.org/officeDocument/2006/relationships" r:id="R088ed6901f3a4679"/>
  </p:notesMasterIdLst>
  <p:sldIdLst>
    <p:sldId xmlns:r="http://schemas.openxmlformats.org/officeDocument/2006/relationships" id="256" r:id="Rcdff16aa2d674699"/>
    <p:sldId xmlns:r="http://schemas.openxmlformats.org/officeDocument/2006/relationships" id="257" r:id="R5e2d3df693d84d2c"/>
    <p:sldId xmlns:r="http://schemas.openxmlformats.org/officeDocument/2006/relationships" id="258" r:id="Re1697358b32f41f1"/>
    <p:sldId xmlns:r="http://schemas.openxmlformats.org/officeDocument/2006/relationships" id="259" r:id="R70147c4d2ea64667"/>
    <p:sldId xmlns:r="http://schemas.openxmlformats.org/officeDocument/2006/relationships" id="260" r:id="Rf3784055285a4aee"/>
    <p:sldId xmlns:r="http://schemas.openxmlformats.org/officeDocument/2006/relationships" id="261" r:id="Rbbc408234d2242b8"/>
    <p:sldId xmlns:r="http://schemas.openxmlformats.org/officeDocument/2006/relationships" id="262" r:id="R16b504ac8e5f4e26"/>
    <p:sldId xmlns:r="http://schemas.openxmlformats.org/officeDocument/2006/relationships" id="263" r:id="R29e01782986b41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df4cf4708e4a69" /><Relationship Type="http://schemas.openxmlformats.org/officeDocument/2006/relationships/slideMaster" Target="/ppt/slideMasters/slideMaster1.xml" Id="R581835a538194098" /><Relationship Type="http://schemas.openxmlformats.org/officeDocument/2006/relationships/notesMaster" Target="/ppt/notesMasters/notesMaster1.xml" Id="R088ed6901f3a4679" /><Relationship Type="http://schemas.openxmlformats.org/officeDocument/2006/relationships/presProps" Target="/ppt/presProps.xml" Id="R355c31fe8fdc4d02" /><Relationship Type="http://schemas.openxmlformats.org/officeDocument/2006/relationships/tableStyles" Target="/ppt/tableStyles.xml" Id="R5497e3aa9abc47c9" /><Relationship Type="http://schemas.openxmlformats.org/officeDocument/2006/relationships/slide" Target="/ppt/slides/slide1.xml" Id="Rcdff16aa2d674699" /><Relationship Type="http://schemas.openxmlformats.org/officeDocument/2006/relationships/slide" Target="/ppt/slides/slide2.xml" Id="R5e2d3df693d84d2c" /><Relationship Type="http://schemas.openxmlformats.org/officeDocument/2006/relationships/slide" Target="/ppt/slides/slide3.xml" Id="Re1697358b32f41f1" /><Relationship Type="http://schemas.openxmlformats.org/officeDocument/2006/relationships/slide" Target="/ppt/slides/slide4.xml" Id="R70147c4d2ea64667" /><Relationship Type="http://schemas.openxmlformats.org/officeDocument/2006/relationships/slide" Target="/ppt/slides/slide5.xml" Id="Rf3784055285a4aee" /><Relationship Type="http://schemas.openxmlformats.org/officeDocument/2006/relationships/slide" Target="/ppt/slides/slide6.xml" Id="Rbbc408234d2242b8" /><Relationship Type="http://schemas.openxmlformats.org/officeDocument/2006/relationships/slide" Target="/ppt/slides/slide7.xml" Id="R16b504ac8e5f4e26" /><Relationship Type="http://schemas.openxmlformats.org/officeDocument/2006/relationships/slide" Target="/ppt/slides/slide8.xml" Id="R29e01782986b41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8bf930fbb041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bb18dbe82f49ed" /><Relationship Type="http://schemas.openxmlformats.org/officeDocument/2006/relationships/notesMaster" Target="/ppt/notesMasters/notesMaster1.xml" Id="Rba288fd560f147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928e7512c14bb8" /><Relationship Type="http://schemas.openxmlformats.org/officeDocument/2006/relationships/notesMaster" Target="/ppt/notesMasters/notesMaster1.xml" Id="R04c00d16ec024c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4c4649d1d349c1" /><Relationship Type="http://schemas.openxmlformats.org/officeDocument/2006/relationships/notesMaster" Target="/ppt/notesMasters/notesMaster1.xml" Id="Ra991f0b493b243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bf768f35aa4706" /><Relationship Type="http://schemas.openxmlformats.org/officeDocument/2006/relationships/notesMaster" Target="/ppt/notesMasters/notesMaster1.xml" Id="R3b1bb0186d6f4f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e7db6d26df4ac4" /><Relationship Type="http://schemas.openxmlformats.org/officeDocument/2006/relationships/notesMaster" Target="/ppt/notesMasters/notesMaster1.xml" Id="Rf9773b729f9a48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427e63691c49d4" /><Relationship Type="http://schemas.openxmlformats.org/officeDocument/2006/relationships/notesMaster" Target="/ppt/notesMasters/notesMaster1.xml" Id="Rb59fd8f457e247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8c832d41ea455a" /><Relationship Type="http://schemas.openxmlformats.org/officeDocument/2006/relationships/notesMaster" Target="/ppt/notesMasters/notesMaster1.xml" Id="Rf02e75085f4741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9d0230bad54a85" /><Relationship Type="http://schemas.openxmlformats.org/officeDocument/2006/relationships/notesMaster" Target="/ppt/notesMasters/notesMaster1.xml" Id="Re356584ba36643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Hello, we are Visionary Creators. SimToReal Agent helps an operator test AI-generated robot plans in simulation before approving an export. Our starting point is a simple factory task: put a part in a bin. The language model can propose a valid-looking plan, but physics determines whether that plan actually works.</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a:t>
            </a:r>
          </a:p>
          <a:p xmlns:a="http://schemas.openxmlformats.org/drawingml/2006/main">
            <a:r>
              <a:t/>
            </a:r>
          </a:p>
          <a:p xmlns:a="http://schemas.openxmlformats.org/drawingml/2006/main">
            <a:r>
              <a:t>The intended user is an operator or robotics engineer testing small pick-and-place tasks. A plan may use the right action names and still fail during execution. In our live runs, some generated plans dropped a part. We built a way to catch those failures before export, show understandable reasons, and let a person inspect the evidence. The business hypothesis is less trial and error when configuring robot tasks. We have not measured factory savings.</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1:00–1:40</a:t>
            </a:r>
          </a:p>
          <a:p xmlns:a="http://schemas.openxmlformats.org/drawingml/2006/main">
            <a:r>
              <a:t/>
            </a:r>
          </a:p>
          <a:p xmlns:a="http://schemas.openxmlformats.org/drawingml/2006/main">
            <a:r>
              <a:t>The operator enters a task. AMD Token Factory extracts goals and generates eight candidate plans. Each plan gets its own simulation state. The backend checks goal placement, arm-table collisions, dropped parts and failed actions. It rejects failures first and ranks the remaining candidates by task success, simulated duration and step count. A vision model checks the final image. The operator reviews the video and approves a JSON and readable-step export. This prototype exports files and does not command a physical robot.</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1:40–2:40</a:t>
            </a:r>
          </a:p>
          <a:p xmlns:a="http://schemas.openxmlformats.org/drawingml/2006/main">
            <a:r>
              <a:t/>
            </a:r>
          </a:p>
          <a:p xmlns:a="http://schemas.openxmlformats.org/drawingml/2006/main">
            <a:r>
              <a:t>Play demo-video.mp4 now. The video uses recorded outputs from our live AMD runs. Let the narration explain: AMD proposes candidates, the local simulation tests a successful placement, another candidate drops a part, and the unreachable task produces no approved candidate. Point out that the results shown here come from saved runs, while a fresh live request uses the current service and quota. If the presentation cannot switch windows, use the static result shown on this slide.</a:t>
            </a:r>
          </a:p>
          <a:p xmlns:a="http://schemas.openxmlformats.org/drawingml/2006/main">
            <a:r>
              <a:t/>
            </a:r>
          </a:p>
          <a:p xmlns:a="http://schemas.openxmlformats.org/drawingml/2006/main">
            <a:r>
              <a:t>Presenter action: play the 60-second demo-video.mp4 beside this deck, then return to slide 5. Video has captions and synthesized narration. Let it play without speaking over it.</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2:40–3:20</a:t>
            </a:r>
          </a:p>
          <a:p xmlns:a="http://schemas.openxmlformats.org/drawingml/2006/main">
            <a:r>
              <a:t/>
            </a:r>
          </a:p>
          <a:p xmlns:a="http://schemas.openxmlformats.org/drawingml/2006/main">
            <a:r>
              <a:t>Across three live requests, the models generated twenty-four candidates. Twelve passed the measured simulation checks and twelve failed. The unreachable task rejected all eight, with no best plan. These are small demonstrations, not a general safety certification. Total client wall time was about twenty-one seconds for the red task, one hundred fifteen seconds for sorting and ten seconds for the unreachable task. The sorting vision request alone took about ninety-eight seconds. We do not hide that service latency.</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3:20–3:55</a:t>
            </a:r>
          </a:p>
          <a:p xmlns:a="http://schemas.openxmlformats.org/drawingml/2006/main">
            <a:r>
              <a:t/>
            </a:r>
          </a:p>
          <a:p xmlns:a="http://schemas.openxmlformats.org/drawingml/2006/main">
            <a:r>
              <a:t>The camera checks disagreed with the geometry checks in both successful live tasks. The overhead view can hide a part behind the robot arm. Both image responses said no with high confidence, so the application required human review. We treat model confidence as a reported output, not proof of correctness. An operator must inspect the video and image, acknowledge review and then approve an export. Rejected simulation plans cannot pass through that approval step.</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3:55–4:25</a:t>
            </a:r>
          </a:p>
          <a:p xmlns:a="http://schemas.openxmlformats.org/drawingml/2006/main">
            <a:r>
              <a:t/>
            </a:r>
          </a:p>
          <a:p xmlns:a="http://schemas.openxmlformats.org/drawingml/2006/main">
            <a:r>
              <a:t>AMD is part of the working product. We used AMD Token Factory for planning and final-image review, with the tested DeepSeek model IDs shown here. Physics and video rendering ran locally on macOS with four workers. The shared gateway does not report its GPU model or ROCm version. We therefore claim hosted AMD inference, and we do not claim measured MI300X performance or an AMD simulation speedup. Our code and setup instructions are public.</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4:25–5:00</a:t>
            </a:r>
          </a:p>
          <a:p xmlns:a="http://schemas.openxmlformats.org/drawingml/2006/main">
            <a:r>
              <a:t/>
            </a:r>
          </a:p>
          <a:p xmlns:a="http://schemas.openxmlformats.org/drawingml/2006/main">
            <a:r>
              <a:t>Today we have a working simulation, review and export prototype, backed by one hundred eleven passing tests. The next step is a pilot with robotics engineers: measure operator time, improve camera visibility and expand collision coverage. Physical deployment would require scene calibration, hardware validation and robot-specific integration. Our contribution is the evidence and approval layer between language-model plans and an operator decision. We are Visionary Creators. Thank you.</a:t>
            </a:r>
          </a:p>
          <a:p xmlns:a="http://schemas.openxmlformats.org/drawingml/2006/main">
            <a:r>
              <a:t/>
            </a:r>
          </a:p>
          <a:p xmlns:a="http://schemas.openxmlformats.org/drawingml/2006/main">
            <a:r>
              <a:t/>
            </a:r>
          </a:p>
          <a:p xmlns:a="http://schemas.openxmlformats.org/drawingml/2006/main">
            <a:r>
              <a:t/>
            </a:r>
          </a:p>
          <a:p xmlns:a="http://schemas.openxmlformats.org/drawingml/2006/main">
            <a:r>
              <a:t>Sources: project README, docs/benchmarks.md, docs/day4_day5_ui.md and saved results for 20261016-133954, 20261016-134119, 20261016-134420. Repository: https://github.com/anish-01/simtoreal-agent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6bcb87fc4a4d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f00ab94e8147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9e28b356994d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13189afc1949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90317ba6e840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a21b5cfed64e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EA1C41-4D5A-44CC-B141-19B423E253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F2F319-D679-47FE-B6E9-ECF8B2E080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5040CE-7760-4CB9-B3B0-B0D47DD036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0E46BA-BC73-4803-8521-6B8CD2B68F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727EA4-4745-420A-9647-0992896DB4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470192-59B3-4BF4-BC75-B2716CAC0A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A617A2-885C-4CE4-90B1-2F34817442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DC599F-B73E-4F7B-91BC-E10E55CD2E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57E43E-0C0A-4A9A-828D-226E1DDB1F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EA7B40-0EDF-47A8-B3FF-C7C61B4AE0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377b2569204b02" /><Relationship Type="http://schemas.openxmlformats.org/officeDocument/2006/relationships/slideLayout" Target="/ppt/slideLayouts/slideLayout1.xml" Id="R239f535ef368458c" /><Relationship Type="http://schemas.openxmlformats.org/officeDocument/2006/relationships/slideLayout" Target="/ppt/slideLayouts/slideLayout2.xml" Id="R53d7dab6c89d448f" /><Relationship Type="http://schemas.openxmlformats.org/officeDocument/2006/relationships/slideLayout" Target="/ppt/slideLayouts/slideLayout3.xml" Id="Rb75309f6b5eb4e06" /><Relationship Type="http://schemas.openxmlformats.org/officeDocument/2006/relationships/slideLayout" Target="/ppt/slideLayouts/slideLayout4.xml" Id="R88baa183ebea4183" /><Relationship Type="http://schemas.openxmlformats.org/officeDocument/2006/relationships/slideLayout" Target="/ppt/slideLayouts/slideLayout5.xml" Id="R499894e09c47457f" /><Relationship Type="http://schemas.openxmlformats.org/officeDocument/2006/relationships/slideLayout" Target="/ppt/slideLayouts/slideLayout6.xml" Id="Rb23f8a26a19c42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9f535ef368458c"/>
    <p:sldLayoutId xmlns:r="http://schemas.openxmlformats.org/officeDocument/2006/relationships" id="2147483650" r:id="R53d7dab6c89d448f"/>
    <p:sldLayoutId xmlns:r="http://schemas.openxmlformats.org/officeDocument/2006/relationships" id="2147483651" r:id="Rb75309f6b5eb4e06"/>
    <p:sldLayoutId xmlns:r="http://schemas.openxmlformats.org/officeDocument/2006/relationships" id="2147483652" r:id="R88baa183ebea4183"/>
    <p:sldLayoutId xmlns:r="http://schemas.openxmlformats.org/officeDocument/2006/relationships" id="2147483653" r:id="R499894e09c47457f"/>
    <p:sldLayoutId xmlns:r="http://schemas.openxmlformats.org/officeDocument/2006/relationships" id="2147483654" r:id="Rb23f8a26a19c42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5a9fd8a2284fc6" /><Relationship Type="http://schemas.openxmlformats.org/officeDocument/2006/relationships/image" Target="/ppt/media/image.png" Id="Ra337268d94ce4856" /><Relationship Type="http://schemas.openxmlformats.org/officeDocument/2006/relationships/notesSlide" Target="/ppt/notesSlides/notesSlide1.xml" Id="Rb2711a36f06f44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ee70f1fbf94625" /><Relationship Type="http://schemas.openxmlformats.org/officeDocument/2006/relationships/notesSlide" Target="/ppt/notesSlides/notesSlide2.xml" Id="R2b787a65542848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02bf334d724e70" /><Relationship Type="http://schemas.openxmlformats.org/officeDocument/2006/relationships/notesSlide" Target="/ppt/notesSlides/notesSlide3.xml" Id="Rf4020d83cc8045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ae762d3e80433f" /><Relationship Type="http://schemas.openxmlformats.org/officeDocument/2006/relationships/image" Target="/ppt/media/image2.png" Id="R8051d35f852441d4" /><Relationship Type="http://schemas.openxmlformats.org/officeDocument/2006/relationships/notesSlide" Target="/ppt/notesSlides/notesSlide4.xml" Id="R5f4089bda38e44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a36c0a20ad476a" /><Relationship Type="http://schemas.openxmlformats.org/officeDocument/2006/relationships/notesSlide" Target="/ppt/notesSlides/notesSlide5.xml" Id="Rc87429d5b457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8f75602c7d4f2b" /><Relationship Type="http://schemas.openxmlformats.org/officeDocument/2006/relationships/image" Target="/ppt/media/image3.png" Id="R8209eacd76fe4130" /><Relationship Type="http://schemas.openxmlformats.org/officeDocument/2006/relationships/notesSlide" Target="/ppt/notesSlides/notesSlide6.xml" Id="R0946bddc124f43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94ff42c43f4118" /><Relationship Type="http://schemas.openxmlformats.org/officeDocument/2006/relationships/notesSlide" Target="/ppt/notesSlides/notesSlide7.xml" Id="R72b5b2b4635841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f40c8aecd54d4b" /><Relationship Type="http://schemas.openxmlformats.org/officeDocument/2006/relationships/notesSlide" Target="/ppt/notesSlides/notesSlide8.xml" Id="R14f33de81df647ec" /></Relationships>
</file>

<file path=ppt/slides/slide1.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3AA19D-21A3-4DFF-8A2B-55670540A1C2}"/>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CB577AB2-9DB2-414F-AEA2-2338AB0C20EE}"/>
              </a:ext>
            </a:extLst>
          </p:cNvPr>
          <p:cNvSpPr>
            <a:spLocks xmlns:a="http://schemas.openxmlformats.org/drawingml/2006/main" noGrp="1"/>
          </p:cNvSpPr>
          <p:nvPr/>
        </p:nvSpPr>
        <p:spPr>
          <a:xfrm xmlns:a="http://schemas.openxmlformats.org/drawingml/2006/main">
            <a:off x="609600" y="1181100"/>
            <a:ext cx="600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F3F4F1"/>
                </a:solidFill>
                <a:latin typeface="Arial"/>
                <a:ea typeface="Arial"/>
                <a:cs typeface="Arial"/>
              </a:defRPr>
            </a:defPPr>
            <a:lvl1pPr>
              <a:defRPr sz="5700" b="1">
                <a:solidFill>
                  <a:srgbClr val="F3F4F1"/>
                </a:solidFill>
                <a:latin typeface="Arial"/>
                <a:ea typeface="Arial"/>
                <a:cs typeface="Arial"/>
              </a:defRPr>
            </a:lvl1pPr>
            <a:lvl2pPr>
              <a:defRPr sz="5700" b="1">
                <a:solidFill>
                  <a:srgbClr val="F3F4F1"/>
                </a:solidFill>
                <a:latin typeface="Arial"/>
                <a:ea typeface="Arial"/>
                <a:cs typeface="Arial"/>
              </a:defRPr>
            </a:lvl2pPr>
            <a:lvl3pPr>
              <a:defRPr sz="5700" b="1">
                <a:solidFill>
                  <a:srgbClr val="F3F4F1"/>
                </a:solidFill>
                <a:latin typeface="Arial"/>
                <a:ea typeface="Arial"/>
                <a:cs typeface="Arial"/>
              </a:defRPr>
            </a:lvl3pPr>
            <a:lvl4pPr>
              <a:defRPr sz="5700" b="1">
                <a:solidFill>
                  <a:srgbClr val="F3F4F1"/>
                </a:solidFill>
                <a:latin typeface="Arial"/>
                <a:ea typeface="Arial"/>
                <a:cs typeface="Arial"/>
              </a:defRPr>
            </a:lvl4pPr>
            <a:lvl5pPr>
              <a:defRPr sz="5700" b="1">
                <a:solidFill>
                  <a:srgbClr val="F3F4F1"/>
                </a:solidFill>
                <a:latin typeface="Arial"/>
                <a:ea typeface="Arial"/>
                <a:cs typeface="Arial"/>
              </a:defRPr>
            </a:lvl5pPr>
            <a:lvl6pPr>
              <a:defRPr sz="5700" b="1">
                <a:solidFill>
                  <a:srgbClr val="F3F4F1"/>
                </a:solidFill>
                <a:latin typeface="Arial"/>
                <a:ea typeface="Arial"/>
                <a:cs typeface="Arial"/>
              </a:defRPr>
            </a:lvl6pPr>
            <a:lvl7pPr>
              <a:defRPr sz="5700" b="1">
                <a:solidFill>
                  <a:srgbClr val="F3F4F1"/>
                </a:solidFill>
                <a:latin typeface="Arial"/>
                <a:ea typeface="Arial"/>
                <a:cs typeface="Arial"/>
              </a:defRPr>
            </a:lvl7pPr>
            <a:lvl8pPr>
              <a:defRPr sz="5700" b="1">
                <a:solidFill>
                  <a:srgbClr val="F3F4F1"/>
                </a:solidFill>
                <a:latin typeface="Arial"/>
                <a:ea typeface="Arial"/>
                <a:cs typeface="Arial"/>
              </a:defRPr>
            </a:lvl8pPr>
            <a:lvl9pPr>
              <a:defRPr sz="5700" b="1">
                <a:solidFill>
                  <a:srgbClr val="F3F4F1"/>
                </a:solidFill>
                <a:latin typeface="Arial"/>
                <a:ea typeface="Arial"/>
                <a:cs typeface="Arial"/>
              </a:defRPr>
            </a:lvl9pPr>
          </a:lstStyle>
          <a:p xmlns:a="http://schemas.openxmlformats.org/drawingml/2006/main">
            <a:pPr>
              <a:defRPr sz="5700" b="1">
                <a:solidFill>
                  <a:srgbClr val="F3F4F1"/>
                </a:solidFill>
                <a:latin typeface="Arial"/>
                <a:ea typeface="Arial"/>
                <a:cs typeface="Arial"/>
              </a:defRPr>
            </a:pPr>
            <a:r>
              <a:rPr sz="5700" b="1">
                <a:solidFill>
                  <a:srgbClr val="F3F4F1"/>
                </a:solidFill>
                <a:latin typeface="Arial"/>
                <a:ea typeface="Arial"/>
                <a:cs typeface="Arial"/>
              </a:rPr>
              <a:t>SimToReal</a:t>
            </a:r>
          </a:p>
          <a:p xmlns:a="http://schemas.openxmlformats.org/drawingml/2006/main">
            <a:pPr>
              <a:defRPr sz="5700" b="1">
                <a:solidFill>
                  <a:srgbClr val="F3F4F1"/>
                </a:solidFill>
                <a:latin typeface="Arial"/>
                <a:ea typeface="Arial"/>
                <a:cs typeface="Arial"/>
              </a:defRPr>
            </a:pPr>
            <a:r>
              <a:rPr sz="5700" b="1">
                <a:solidFill>
                  <a:srgbClr val="F3F4F1"/>
                </a:solidFill>
                <a:latin typeface="Arial"/>
                <a:ea typeface="Arial"/>
                <a:cs typeface="Arial"/>
              </a:rPr>
              <a:t>Agent</a:t>
            </a:r>
          </a:p>
        </p:txBody>
      </p:sp>
      <p:sp>
        <p:nvSpPr>
          <p:cNvPr id="3" name="">
            <a:extLst xmlns:a="http://schemas.openxmlformats.org/drawingml/2006/main">
              <a:ext uri="{FF2B5EF4-FFF2-40B4-BE49-F238E27FC236}">
                <a16:creationId xmlns:a16="http://schemas.microsoft.com/office/drawing/2014/main" id="{FCD7BB92-CB59-4E4F-8819-90B7FCCF10AB}"/>
              </a:ext>
            </a:extLst>
          </p:cNvPr>
          <p:cNvSpPr>
            <a:spLocks xmlns:a="http://schemas.openxmlformats.org/drawingml/2006/main" noGrp="1"/>
          </p:cNvSpPr>
          <p:nvPr/>
        </p:nvSpPr>
        <p:spPr>
          <a:xfrm xmlns:a="http://schemas.openxmlformats.org/drawingml/2006/main">
            <a:off x="647700" y="32575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80E3BD"/>
                </a:solidFill>
                <a:latin typeface="Arial"/>
                <a:ea typeface="Arial"/>
                <a:cs typeface="Arial"/>
              </a:defRPr>
            </a:defPPr>
            <a:lvl1pPr>
              <a:defRPr sz="2850" b="0">
                <a:solidFill>
                  <a:srgbClr val="80E3BD"/>
                </a:solidFill>
                <a:latin typeface="Arial"/>
                <a:ea typeface="Arial"/>
                <a:cs typeface="Arial"/>
              </a:defRPr>
            </a:lvl1pPr>
            <a:lvl2pPr>
              <a:defRPr sz="2850" b="0">
                <a:solidFill>
                  <a:srgbClr val="80E3BD"/>
                </a:solidFill>
                <a:latin typeface="Arial"/>
                <a:ea typeface="Arial"/>
                <a:cs typeface="Arial"/>
              </a:defRPr>
            </a:lvl2pPr>
            <a:lvl3pPr>
              <a:defRPr sz="2850" b="0">
                <a:solidFill>
                  <a:srgbClr val="80E3BD"/>
                </a:solidFill>
                <a:latin typeface="Arial"/>
                <a:ea typeface="Arial"/>
                <a:cs typeface="Arial"/>
              </a:defRPr>
            </a:lvl3pPr>
            <a:lvl4pPr>
              <a:defRPr sz="2850" b="0">
                <a:solidFill>
                  <a:srgbClr val="80E3BD"/>
                </a:solidFill>
                <a:latin typeface="Arial"/>
                <a:ea typeface="Arial"/>
                <a:cs typeface="Arial"/>
              </a:defRPr>
            </a:lvl4pPr>
            <a:lvl5pPr>
              <a:defRPr sz="2850" b="0">
                <a:solidFill>
                  <a:srgbClr val="80E3BD"/>
                </a:solidFill>
                <a:latin typeface="Arial"/>
                <a:ea typeface="Arial"/>
                <a:cs typeface="Arial"/>
              </a:defRPr>
            </a:lvl5pPr>
            <a:lvl6pPr>
              <a:defRPr sz="2850" b="0">
                <a:solidFill>
                  <a:srgbClr val="80E3BD"/>
                </a:solidFill>
                <a:latin typeface="Arial"/>
                <a:ea typeface="Arial"/>
                <a:cs typeface="Arial"/>
              </a:defRPr>
            </a:lvl6pPr>
            <a:lvl7pPr>
              <a:defRPr sz="2850" b="0">
                <a:solidFill>
                  <a:srgbClr val="80E3BD"/>
                </a:solidFill>
                <a:latin typeface="Arial"/>
                <a:ea typeface="Arial"/>
                <a:cs typeface="Arial"/>
              </a:defRPr>
            </a:lvl7pPr>
            <a:lvl8pPr>
              <a:defRPr sz="2850" b="0">
                <a:solidFill>
                  <a:srgbClr val="80E3BD"/>
                </a:solidFill>
                <a:latin typeface="Arial"/>
                <a:ea typeface="Arial"/>
                <a:cs typeface="Arial"/>
              </a:defRPr>
            </a:lvl8pPr>
            <a:lvl9pPr>
              <a:defRPr sz="2850" b="0">
                <a:solidFill>
                  <a:srgbClr val="80E3BD"/>
                </a:solidFill>
                <a:latin typeface="Arial"/>
                <a:ea typeface="Arial"/>
                <a:cs typeface="Arial"/>
              </a:defRPr>
            </a:lvl9pPr>
          </a:lstStyle>
          <a:p xmlns:a="http://schemas.openxmlformats.org/drawingml/2006/main">
            <a:pPr>
              <a:defRPr sz="2850" b="0">
                <a:solidFill>
                  <a:srgbClr val="80E3BD"/>
                </a:solidFill>
                <a:latin typeface="Arial"/>
                <a:ea typeface="Arial"/>
                <a:cs typeface="Arial"/>
              </a:defRPr>
            </a:pPr>
            <a:r>
              <a:rPr sz="2850" b="0">
                <a:solidFill>
                  <a:srgbClr val="80E3BD"/>
                </a:solidFill>
                <a:latin typeface="Arial"/>
                <a:ea typeface="Arial"/>
                <a:cs typeface="Arial"/>
              </a:rPr>
              <a:t>Test before you touch.</a:t>
            </a:r>
          </a:p>
        </p:txBody>
      </p:sp>
      <p:sp>
        <p:nvSpPr>
          <p:cNvPr id="4" name="">
            <a:extLst xmlns:a="http://schemas.openxmlformats.org/drawingml/2006/main">
              <a:ext uri="{FF2B5EF4-FFF2-40B4-BE49-F238E27FC236}">
                <a16:creationId xmlns:a16="http://schemas.microsoft.com/office/drawing/2014/main" id="{BBE27167-9547-4877-BC7B-2E56407909A1}"/>
              </a:ext>
            </a:extLst>
          </p:cNvPr>
          <p:cNvSpPr>
            <a:spLocks xmlns:a="http://schemas.openxmlformats.org/drawingml/2006/main" noGrp="1"/>
          </p:cNvSpPr>
          <p:nvPr/>
        </p:nvSpPr>
        <p:spPr>
          <a:xfrm xmlns:a="http://schemas.openxmlformats.org/drawingml/2006/main">
            <a:off x="647700" y="40195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3F4F1"/>
                </a:solidFill>
                <a:latin typeface="Arial"/>
                <a:ea typeface="Arial"/>
                <a:cs typeface="Arial"/>
              </a:defRPr>
            </a:defPPr>
            <a:lvl1pPr>
              <a:defRPr sz="2100" b="0">
                <a:solidFill>
                  <a:srgbClr val="F3F4F1"/>
                </a:solidFill>
                <a:latin typeface="Arial"/>
                <a:ea typeface="Arial"/>
                <a:cs typeface="Arial"/>
              </a:defRPr>
            </a:lvl1pPr>
            <a:lvl2pPr>
              <a:defRPr sz="2100" b="0">
                <a:solidFill>
                  <a:srgbClr val="F3F4F1"/>
                </a:solidFill>
                <a:latin typeface="Arial"/>
                <a:ea typeface="Arial"/>
                <a:cs typeface="Arial"/>
              </a:defRPr>
            </a:lvl2pPr>
            <a:lvl3pPr>
              <a:defRPr sz="2100" b="0">
                <a:solidFill>
                  <a:srgbClr val="F3F4F1"/>
                </a:solidFill>
                <a:latin typeface="Arial"/>
                <a:ea typeface="Arial"/>
                <a:cs typeface="Arial"/>
              </a:defRPr>
            </a:lvl3pPr>
            <a:lvl4pPr>
              <a:defRPr sz="2100" b="0">
                <a:solidFill>
                  <a:srgbClr val="F3F4F1"/>
                </a:solidFill>
                <a:latin typeface="Arial"/>
                <a:ea typeface="Arial"/>
                <a:cs typeface="Arial"/>
              </a:defRPr>
            </a:lvl4pPr>
            <a:lvl5pPr>
              <a:defRPr sz="2100" b="0">
                <a:solidFill>
                  <a:srgbClr val="F3F4F1"/>
                </a:solidFill>
                <a:latin typeface="Arial"/>
                <a:ea typeface="Arial"/>
                <a:cs typeface="Arial"/>
              </a:defRPr>
            </a:lvl5pPr>
            <a:lvl6pPr>
              <a:defRPr sz="2100" b="0">
                <a:solidFill>
                  <a:srgbClr val="F3F4F1"/>
                </a:solidFill>
                <a:latin typeface="Arial"/>
                <a:ea typeface="Arial"/>
                <a:cs typeface="Arial"/>
              </a:defRPr>
            </a:lvl6pPr>
            <a:lvl7pPr>
              <a:defRPr sz="2100" b="0">
                <a:solidFill>
                  <a:srgbClr val="F3F4F1"/>
                </a:solidFill>
                <a:latin typeface="Arial"/>
                <a:ea typeface="Arial"/>
                <a:cs typeface="Arial"/>
              </a:defRPr>
            </a:lvl7pPr>
            <a:lvl8pPr>
              <a:defRPr sz="2100" b="0">
                <a:solidFill>
                  <a:srgbClr val="F3F4F1"/>
                </a:solidFill>
                <a:latin typeface="Arial"/>
                <a:ea typeface="Arial"/>
                <a:cs typeface="Arial"/>
              </a:defRPr>
            </a:lvl8pPr>
            <a:lvl9pPr>
              <a:defRPr sz="2100" b="0">
                <a:solidFill>
                  <a:srgbClr val="F3F4F1"/>
                </a:solidFill>
                <a:latin typeface="Arial"/>
                <a:ea typeface="Arial"/>
                <a:cs typeface="Arial"/>
              </a:defRPr>
            </a:lvl9pPr>
          </a:lstStyle>
          <a:p xmlns:a="http://schemas.openxmlformats.org/drawingml/2006/main">
            <a:pPr>
              <a:defRPr sz="2100" b="0">
                <a:solidFill>
                  <a:srgbClr val="F3F4F1"/>
                </a:solidFill>
                <a:latin typeface="Arial"/>
                <a:ea typeface="Arial"/>
                <a:cs typeface="Arial"/>
              </a:defRPr>
            </a:pPr>
            <a:r>
              <a:rPr sz="2100" b="0">
                <a:solidFill>
                  <a:srgbClr val="F3F4F1"/>
                </a:solidFill>
                <a:latin typeface="Arial"/>
                <a:ea typeface="Arial"/>
                <a:cs typeface="Arial"/>
              </a:rPr>
              <a:t>Robot plan testing with AMD inference</a:t>
            </a:r>
          </a:p>
        </p:txBody>
      </p:sp>
      <p:sp>
        <p:nvSpPr>
          <p:cNvPr id="5" name="">
            <a:extLst xmlns:a="http://schemas.openxmlformats.org/drawingml/2006/main">
              <a:ext uri="{FF2B5EF4-FFF2-40B4-BE49-F238E27FC236}">
                <a16:creationId xmlns:a16="http://schemas.microsoft.com/office/drawing/2014/main" id="{157B7232-35E4-49E1-B54D-26D74BFA115F}"/>
              </a:ext>
            </a:extLst>
          </p:cNvPr>
          <p:cNvSpPr>
            <a:spLocks xmlns:a="http://schemas.openxmlformats.org/drawingml/2006/main" noGrp="1"/>
          </p:cNvSpPr>
          <p:nvPr/>
        </p:nvSpPr>
        <p:spPr>
          <a:xfrm xmlns:a="http://schemas.openxmlformats.org/drawingml/2006/main">
            <a:off x="647700" y="5429250"/>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AB7BC"/>
                </a:solidFill>
                <a:latin typeface="Arial"/>
                <a:ea typeface="Arial"/>
                <a:cs typeface="Arial"/>
              </a:defRPr>
            </a:defPPr>
            <a:lvl1pPr>
              <a:defRPr sz="1575" b="0">
                <a:solidFill>
                  <a:srgbClr val="AAB7BC"/>
                </a:solidFill>
                <a:latin typeface="Arial"/>
                <a:ea typeface="Arial"/>
                <a:cs typeface="Arial"/>
              </a:defRPr>
            </a:lvl1pPr>
            <a:lvl2pPr>
              <a:defRPr sz="1575" b="0">
                <a:solidFill>
                  <a:srgbClr val="AAB7BC"/>
                </a:solidFill>
                <a:latin typeface="Arial"/>
                <a:ea typeface="Arial"/>
                <a:cs typeface="Arial"/>
              </a:defRPr>
            </a:lvl2pPr>
            <a:lvl3pPr>
              <a:defRPr sz="1575" b="0">
                <a:solidFill>
                  <a:srgbClr val="AAB7BC"/>
                </a:solidFill>
                <a:latin typeface="Arial"/>
                <a:ea typeface="Arial"/>
                <a:cs typeface="Arial"/>
              </a:defRPr>
            </a:lvl3pPr>
            <a:lvl4pPr>
              <a:defRPr sz="1575" b="0">
                <a:solidFill>
                  <a:srgbClr val="AAB7BC"/>
                </a:solidFill>
                <a:latin typeface="Arial"/>
                <a:ea typeface="Arial"/>
                <a:cs typeface="Arial"/>
              </a:defRPr>
            </a:lvl4pPr>
            <a:lvl5pPr>
              <a:defRPr sz="1575" b="0">
                <a:solidFill>
                  <a:srgbClr val="AAB7BC"/>
                </a:solidFill>
                <a:latin typeface="Arial"/>
                <a:ea typeface="Arial"/>
                <a:cs typeface="Arial"/>
              </a:defRPr>
            </a:lvl5pPr>
            <a:lvl6pPr>
              <a:defRPr sz="1575" b="0">
                <a:solidFill>
                  <a:srgbClr val="AAB7BC"/>
                </a:solidFill>
                <a:latin typeface="Arial"/>
                <a:ea typeface="Arial"/>
                <a:cs typeface="Arial"/>
              </a:defRPr>
            </a:lvl6pPr>
            <a:lvl7pPr>
              <a:defRPr sz="1575" b="0">
                <a:solidFill>
                  <a:srgbClr val="AAB7BC"/>
                </a:solidFill>
                <a:latin typeface="Arial"/>
                <a:ea typeface="Arial"/>
                <a:cs typeface="Arial"/>
              </a:defRPr>
            </a:lvl7pPr>
            <a:lvl8pPr>
              <a:defRPr sz="1575" b="0">
                <a:solidFill>
                  <a:srgbClr val="AAB7BC"/>
                </a:solidFill>
                <a:latin typeface="Arial"/>
                <a:ea typeface="Arial"/>
                <a:cs typeface="Arial"/>
              </a:defRPr>
            </a:lvl8pPr>
            <a:lvl9pPr>
              <a:defRPr sz="1575" b="0">
                <a:solidFill>
                  <a:srgbClr val="AAB7BC"/>
                </a:solidFill>
                <a:latin typeface="Arial"/>
                <a:ea typeface="Arial"/>
                <a:cs typeface="Arial"/>
              </a:defRPr>
            </a:lvl9pPr>
          </a:lstStyle>
          <a:p xmlns:a="http://schemas.openxmlformats.org/drawingml/2006/main">
            <a:pPr>
              <a:defRPr sz="1575" b="0">
                <a:solidFill>
                  <a:srgbClr val="AAB7BC"/>
                </a:solidFill>
                <a:latin typeface="Arial"/>
                <a:ea typeface="Arial"/>
                <a:cs typeface="Arial"/>
              </a:defRPr>
            </a:pPr>
            <a:r>
              <a:rPr sz="1575" b="0">
                <a:solidFill>
                  <a:srgbClr val="AAB7BC"/>
                </a:solidFill>
                <a:latin typeface="Arial"/>
                <a:ea typeface="Arial"/>
                <a:cs typeface="Arial"/>
              </a:rPr>
              <a:t>Visionary Creators</a:t>
            </a:r>
          </a:p>
          <a:p xmlns:a="http://schemas.openxmlformats.org/drawingml/2006/main">
            <a:pPr>
              <a:defRPr sz="1575" b="0">
                <a:solidFill>
                  <a:srgbClr val="AAB7BC"/>
                </a:solidFill>
                <a:latin typeface="Arial"/>
                <a:ea typeface="Arial"/>
                <a:cs typeface="Arial"/>
              </a:defRPr>
            </a:pPr>
            <a:r>
              <a:rPr sz="1575" b="0">
                <a:solidFill>
                  <a:srgbClr val="AAB7BC"/>
                </a:solidFill>
                <a:latin typeface="Arial"/>
                <a:ea typeface="Arial"/>
                <a:cs typeface="Arial"/>
              </a:rPr>
              <a:t>Anish Jaiswal and Shailesh</a:t>
            </a:r>
          </a:p>
          <a:p xmlns:a="http://schemas.openxmlformats.org/drawingml/2006/main">
            <a:pPr>
              <a:defRPr sz="1575" b="0">
                <a:solidFill>
                  <a:srgbClr val="AAB7BC"/>
                </a:solidFill>
                <a:latin typeface="Arial"/>
                <a:ea typeface="Arial"/>
                <a:cs typeface="Arial"/>
              </a:defRPr>
            </a:pPr>
            <a:r>
              <a:rPr sz="1575" b="0">
                <a:solidFill>
                  <a:srgbClr val="AAB7BC"/>
                </a:solidFill>
                <a:latin typeface="Arial"/>
                <a:ea typeface="Arial"/>
                <a:cs typeface="Arial"/>
              </a:rPr>
              <a:t>AMD Developer Hackathon: ACT III</a:t>
            </a:r>
          </a:p>
        </p:txBody>
      </p:sp>
      <p:pic>
        <p:nvPicPr>
          <p:cNvPr id="6" name="">
            <a:extLst xmlns:a="http://schemas.openxmlformats.org/drawingml/2006/main">
              <a:ext uri="{FF2B5EF4-FFF2-40B4-BE49-F238E27FC236}">
                <a16:creationId xmlns:a16="http://schemas.microsoft.com/office/drawing/2014/main" id="{DE39C680-FE68-4544-9F58-8E660DC5E08D}"/>
              </a:ext>
            </a:extLst>
          </p:cNvPr>
          <p:cNvPicPr>
            <a:picLocks xmlns:a="http://schemas.openxmlformats.org/drawingml/2006/main" noChangeAspect="1"/>
          </p:cNvPicPr>
          <p:nvPr/>
        </p:nvPicPr>
        <p:blipFill>
          <a:blip xmlns:r="http://schemas.openxmlformats.org/officeDocument/2006/relationships" xmlns:a="http://schemas.openxmlformats.org/drawingml/2006/main" r:embed="Ra337268d94ce4856"/>
          <a:stretch xmlns:a="http://schemas.openxmlformats.org/drawingml/2006/main"/>
        </p:blipFill>
        <p:spPr>
          <a:xfrm xmlns:a="http://schemas.openxmlformats.org/drawingml/2006/main">
            <a:off x="7048500" y="1589484"/>
            <a:ext cx="4524375" cy="3393281"/>
          </a:xfrm>
          <a:prstGeom xmlns:a="http://schemas.openxmlformats.org/drawingml/2006/main" prst="rect">
            <a:avLst/>
          </a:prstGeom>
        </p:spPr>
      </p:pic>
    </p:spTree>
    <p:extLst>
      <p:ext uri="{BB962C8B-B14F-4D97-AF65-F5344CB8AC3E}">
        <p14:creationId xmlns:p14="http://schemas.microsoft.com/office/powerpoint/2010/main" val="1137176483"/>
      </p:ext>
    </p:extLst>
  </p:cSld>
</p:sld>
</file>

<file path=ppt/slides/slide2.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AAD085-E3B2-401E-BE98-FD9B6F588B90}"/>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The operator’s problem</a:t>
            </a:r>
          </a:p>
        </p:txBody>
      </p:sp>
      <p:sp>
        <p:nvSpPr>
          <p:cNvPr id="2" name="">
            <a:extLst xmlns:a="http://schemas.openxmlformats.org/drawingml/2006/main">
              <a:ext uri="{FF2B5EF4-FFF2-40B4-BE49-F238E27FC236}">
                <a16:creationId xmlns:a16="http://schemas.microsoft.com/office/drawing/2014/main" id="{BCCA032D-CD3A-4528-B625-FF0E3CA4E91C}"/>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EF60406-40FC-4F2A-A2FE-93B0DA9497AC}"/>
              </a:ext>
            </a:extLst>
          </p:cNvPr>
          <p:cNvSpPr>
            <a:spLocks xmlns:a="http://schemas.openxmlformats.org/drawingml/2006/main" noGrp="1"/>
          </p:cNvSpPr>
          <p:nvPr/>
        </p:nvSpPr>
        <p:spPr>
          <a:xfrm xmlns:a="http://schemas.openxmlformats.org/drawingml/2006/main">
            <a:off x="609600" y="1828800"/>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1">
                <a:solidFill>
                  <a:srgbClr val="80E3BD"/>
                </a:solidFill>
                <a:latin typeface="Arial"/>
                <a:ea typeface="Arial"/>
                <a:cs typeface="Arial"/>
              </a:defRPr>
            </a:defPPr>
            <a:lvl1pPr>
              <a:defRPr sz="3675" b="1">
                <a:solidFill>
                  <a:srgbClr val="80E3BD"/>
                </a:solidFill>
                <a:latin typeface="Arial"/>
                <a:ea typeface="Arial"/>
                <a:cs typeface="Arial"/>
              </a:defRPr>
            </a:lvl1pPr>
            <a:lvl2pPr>
              <a:defRPr sz="3675" b="1">
                <a:solidFill>
                  <a:srgbClr val="80E3BD"/>
                </a:solidFill>
                <a:latin typeface="Arial"/>
                <a:ea typeface="Arial"/>
                <a:cs typeface="Arial"/>
              </a:defRPr>
            </a:lvl2pPr>
            <a:lvl3pPr>
              <a:defRPr sz="3675" b="1">
                <a:solidFill>
                  <a:srgbClr val="80E3BD"/>
                </a:solidFill>
                <a:latin typeface="Arial"/>
                <a:ea typeface="Arial"/>
                <a:cs typeface="Arial"/>
              </a:defRPr>
            </a:lvl3pPr>
            <a:lvl4pPr>
              <a:defRPr sz="3675" b="1">
                <a:solidFill>
                  <a:srgbClr val="80E3BD"/>
                </a:solidFill>
                <a:latin typeface="Arial"/>
                <a:ea typeface="Arial"/>
                <a:cs typeface="Arial"/>
              </a:defRPr>
            </a:lvl4pPr>
            <a:lvl5pPr>
              <a:defRPr sz="3675" b="1">
                <a:solidFill>
                  <a:srgbClr val="80E3BD"/>
                </a:solidFill>
                <a:latin typeface="Arial"/>
                <a:ea typeface="Arial"/>
                <a:cs typeface="Arial"/>
              </a:defRPr>
            </a:lvl5pPr>
            <a:lvl6pPr>
              <a:defRPr sz="3675" b="1">
                <a:solidFill>
                  <a:srgbClr val="80E3BD"/>
                </a:solidFill>
                <a:latin typeface="Arial"/>
                <a:ea typeface="Arial"/>
                <a:cs typeface="Arial"/>
              </a:defRPr>
            </a:lvl6pPr>
            <a:lvl7pPr>
              <a:defRPr sz="3675" b="1">
                <a:solidFill>
                  <a:srgbClr val="80E3BD"/>
                </a:solidFill>
                <a:latin typeface="Arial"/>
                <a:ea typeface="Arial"/>
                <a:cs typeface="Arial"/>
              </a:defRPr>
            </a:lvl7pPr>
            <a:lvl8pPr>
              <a:defRPr sz="3675" b="1">
                <a:solidFill>
                  <a:srgbClr val="80E3BD"/>
                </a:solidFill>
                <a:latin typeface="Arial"/>
                <a:ea typeface="Arial"/>
                <a:cs typeface="Arial"/>
              </a:defRPr>
            </a:lvl8pPr>
            <a:lvl9pPr>
              <a:defRPr sz="3675" b="1">
                <a:solidFill>
                  <a:srgbClr val="80E3BD"/>
                </a:solidFill>
                <a:latin typeface="Arial"/>
                <a:ea typeface="Arial"/>
                <a:cs typeface="Arial"/>
              </a:defRPr>
            </a:lvl9pPr>
          </a:lstStyle>
          <a:p xmlns:a="http://schemas.openxmlformats.org/drawingml/2006/main">
            <a:pPr>
              <a:defRPr sz="3675" b="1">
                <a:solidFill>
                  <a:srgbClr val="80E3BD"/>
                </a:solidFill>
                <a:latin typeface="Arial"/>
                <a:ea typeface="Arial"/>
                <a:cs typeface="Arial"/>
              </a:defRPr>
            </a:pPr>
            <a:r>
              <a:rPr sz="3675" b="1">
                <a:solidFill>
                  <a:srgbClr val="80E3BD"/>
                </a:solidFill>
                <a:latin typeface="Arial"/>
                <a:ea typeface="Arial"/>
                <a:cs typeface="Arial"/>
              </a:rPr>
              <a:t>A valid JSON plan can still drop a part</a:t>
            </a:r>
          </a:p>
        </p:txBody>
      </p:sp>
      <p:sp>
        <p:nvSpPr>
          <p:cNvPr id="4" name="">
            <a:extLst xmlns:a="http://schemas.openxmlformats.org/drawingml/2006/main">
              <a:ext uri="{FF2B5EF4-FFF2-40B4-BE49-F238E27FC236}">
                <a16:creationId xmlns:a16="http://schemas.microsoft.com/office/drawing/2014/main" id="{5110B2BE-9965-4595-BF0F-B3DC2433636D}"/>
              </a:ext>
            </a:extLst>
          </p:cNvPr>
          <p:cNvSpPr>
            <a:spLocks xmlns:a="http://schemas.openxmlformats.org/drawingml/2006/main" noGrp="1"/>
          </p:cNvSpPr>
          <p:nvPr/>
        </p:nvSpPr>
        <p:spPr>
          <a:xfrm xmlns:a="http://schemas.openxmlformats.org/drawingml/2006/main">
            <a:off x="647700" y="3286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F3F4F1"/>
                </a:solidFill>
                <a:latin typeface="Arial"/>
                <a:ea typeface="Arial"/>
                <a:cs typeface="Arial"/>
              </a:defRPr>
            </a:defPPr>
            <a:lvl1pPr>
              <a:defRPr sz="2475" b="0">
                <a:solidFill>
                  <a:srgbClr val="F3F4F1"/>
                </a:solidFill>
                <a:latin typeface="Arial"/>
                <a:ea typeface="Arial"/>
                <a:cs typeface="Arial"/>
              </a:defRPr>
            </a:lvl1pPr>
            <a:lvl2pPr>
              <a:defRPr sz="2475" b="0">
                <a:solidFill>
                  <a:srgbClr val="F3F4F1"/>
                </a:solidFill>
                <a:latin typeface="Arial"/>
                <a:ea typeface="Arial"/>
                <a:cs typeface="Arial"/>
              </a:defRPr>
            </a:lvl2pPr>
            <a:lvl3pPr>
              <a:defRPr sz="2475" b="0">
                <a:solidFill>
                  <a:srgbClr val="F3F4F1"/>
                </a:solidFill>
                <a:latin typeface="Arial"/>
                <a:ea typeface="Arial"/>
                <a:cs typeface="Arial"/>
              </a:defRPr>
            </a:lvl3pPr>
            <a:lvl4pPr>
              <a:defRPr sz="2475" b="0">
                <a:solidFill>
                  <a:srgbClr val="F3F4F1"/>
                </a:solidFill>
                <a:latin typeface="Arial"/>
                <a:ea typeface="Arial"/>
                <a:cs typeface="Arial"/>
              </a:defRPr>
            </a:lvl4pPr>
            <a:lvl5pPr>
              <a:defRPr sz="2475" b="0">
                <a:solidFill>
                  <a:srgbClr val="F3F4F1"/>
                </a:solidFill>
                <a:latin typeface="Arial"/>
                <a:ea typeface="Arial"/>
                <a:cs typeface="Arial"/>
              </a:defRPr>
            </a:lvl5pPr>
            <a:lvl6pPr>
              <a:defRPr sz="2475" b="0">
                <a:solidFill>
                  <a:srgbClr val="F3F4F1"/>
                </a:solidFill>
                <a:latin typeface="Arial"/>
                <a:ea typeface="Arial"/>
                <a:cs typeface="Arial"/>
              </a:defRPr>
            </a:lvl6pPr>
            <a:lvl7pPr>
              <a:defRPr sz="2475" b="0">
                <a:solidFill>
                  <a:srgbClr val="F3F4F1"/>
                </a:solidFill>
                <a:latin typeface="Arial"/>
                <a:ea typeface="Arial"/>
                <a:cs typeface="Arial"/>
              </a:defRPr>
            </a:lvl7pPr>
            <a:lvl8pPr>
              <a:defRPr sz="2475" b="0">
                <a:solidFill>
                  <a:srgbClr val="F3F4F1"/>
                </a:solidFill>
                <a:latin typeface="Arial"/>
                <a:ea typeface="Arial"/>
                <a:cs typeface="Arial"/>
              </a:defRPr>
            </a:lvl8pPr>
            <a:lvl9pPr>
              <a:defRPr sz="2475" b="0">
                <a:solidFill>
                  <a:srgbClr val="F3F4F1"/>
                </a:solidFill>
                <a:latin typeface="Arial"/>
                <a:ea typeface="Arial"/>
                <a:cs typeface="Arial"/>
              </a:defRPr>
            </a:lvl9pPr>
          </a:lstStyle>
          <a:p xmlns:a="http://schemas.openxmlformats.org/drawingml/2006/main">
            <a:pPr>
              <a:defRPr sz="2475" b="0">
                <a:solidFill>
                  <a:srgbClr val="F3F4F1"/>
                </a:solidFill>
                <a:latin typeface="Arial"/>
                <a:ea typeface="Arial"/>
                <a:cs typeface="Arial"/>
              </a:defRPr>
            </a:pPr>
            <a:r>
              <a:rPr sz="2475" b="0">
                <a:solidFill>
                  <a:srgbClr val="F3F4F1"/>
                </a:solidFill>
                <a:latin typeface="Arial"/>
                <a:ea typeface="Arial"/>
                <a:cs typeface="Arial"/>
              </a:rPr>
              <a:t>Factory operators need evidence before accepting an AI-generated motion plan.</a:t>
            </a:r>
          </a:p>
        </p:txBody>
      </p:sp>
      <p:sp>
        <p:nvSpPr>
          <p:cNvPr id="5" name="">
            <a:extLst xmlns:a="http://schemas.openxmlformats.org/drawingml/2006/main">
              <a:ext uri="{FF2B5EF4-FFF2-40B4-BE49-F238E27FC236}">
                <a16:creationId xmlns:a16="http://schemas.microsoft.com/office/drawing/2014/main" id="{D1D0F68E-F962-4677-AD17-3598BCCD7F51}"/>
              </a:ext>
            </a:extLst>
          </p:cNvPr>
          <p:cNvSpPr>
            <a:spLocks xmlns:a="http://schemas.openxmlformats.org/drawingml/2006/main" noGrp="1"/>
          </p:cNvSpPr>
          <p:nvPr/>
        </p:nvSpPr>
        <p:spPr>
          <a:xfrm xmlns:a="http://schemas.openxmlformats.org/drawingml/2006/main">
            <a:off x="647700" y="4695825"/>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AAB7BC"/>
                </a:solidFill>
                <a:latin typeface="Arial"/>
                <a:ea typeface="Arial"/>
                <a:cs typeface="Arial"/>
              </a:defRPr>
            </a:defPPr>
            <a:lvl1pPr>
              <a:defRPr sz="2325" b="0">
                <a:solidFill>
                  <a:srgbClr val="AAB7BC"/>
                </a:solidFill>
                <a:latin typeface="Arial"/>
                <a:ea typeface="Arial"/>
                <a:cs typeface="Arial"/>
              </a:defRPr>
            </a:lvl1pPr>
            <a:lvl2pPr>
              <a:defRPr sz="2325" b="0">
                <a:solidFill>
                  <a:srgbClr val="AAB7BC"/>
                </a:solidFill>
                <a:latin typeface="Arial"/>
                <a:ea typeface="Arial"/>
                <a:cs typeface="Arial"/>
              </a:defRPr>
            </a:lvl2pPr>
            <a:lvl3pPr>
              <a:defRPr sz="2325" b="0">
                <a:solidFill>
                  <a:srgbClr val="AAB7BC"/>
                </a:solidFill>
                <a:latin typeface="Arial"/>
                <a:ea typeface="Arial"/>
                <a:cs typeface="Arial"/>
              </a:defRPr>
            </a:lvl3pPr>
            <a:lvl4pPr>
              <a:defRPr sz="2325" b="0">
                <a:solidFill>
                  <a:srgbClr val="AAB7BC"/>
                </a:solidFill>
                <a:latin typeface="Arial"/>
                <a:ea typeface="Arial"/>
                <a:cs typeface="Arial"/>
              </a:defRPr>
            </a:lvl4pPr>
            <a:lvl5pPr>
              <a:defRPr sz="2325" b="0">
                <a:solidFill>
                  <a:srgbClr val="AAB7BC"/>
                </a:solidFill>
                <a:latin typeface="Arial"/>
                <a:ea typeface="Arial"/>
                <a:cs typeface="Arial"/>
              </a:defRPr>
            </a:lvl5pPr>
            <a:lvl6pPr>
              <a:defRPr sz="2325" b="0">
                <a:solidFill>
                  <a:srgbClr val="AAB7BC"/>
                </a:solidFill>
                <a:latin typeface="Arial"/>
                <a:ea typeface="Arial"/>
                <a:cs typeface="Arial"/>
              </a:defRPr>
            </a:lvl6pPr>
            <a:lvl7pPr>
              <a:defRPr sz="2325" b="0">
                <a:solidFill>
                  <a:srgbClr val="AAB7BC"/>
                </a:solidFill>
                <a:latin typeface="Arial"/>
                <a:ea typeface="Arial"/>
                <a:cs typeface="Arial"/>
              </a:defRPr>
            </a:lvl7pPr>
            <a:lvl8pPr>
              <a:defRPr sz="2325" b="0">
                <a:solidFill>
                  <a:srgbClr val="AAB7BC"/>
                </a:solidFill>
                <a:latin typeface="Arial"/>
                <a:ea typeface="Arial"/>
                <a:cs typeface="Arial"/>
              </a:defRPr>
            </a:lvl8pPr>
            <a:lvl9pPr>
              <a:defRPr sz="2325" b="0">
                <a:solidFill>
                  <a:srgbClr val="AAB7BC"/>
                </a:solidFill>
                <a:latin typeface="Arial"/>
                <a:ea typeface="Arial"/>
                <a:cs typeface="Arial"/>
              </a:defRPr>
            </a:lvl9pPr>
          </a:lstStyle>
          <a:p xmlns:a="http://schemas.openxmlformats.org/drawingml/2006/main">
            <a:pPr>
              <a:defRPr sz="2325" b="0">
                <a:solidFill>
                  <a:srgbClr val="AAB7BC"/>
                </a:solidFill>
                <a:latin typeface="Arial"/>
                <a:ea typeface="Arial"/>
                <a:cs typeface="Arial"/>
              </a:defRPr>
            </a:pPr>
            <a:r>
              <a:rPr sz="2325" b="0">
                <a:solidFill>
                  <a:srgbClr val="AAB7BC"/>
                </a:solidFill>
                <a:latin typeface="Arial"/>
                <a:ea typeface="Arial"/>
                <a:cs typeface="Arial"/>
              </a:rPr>
              <a:t>Our prototype tests each candidate in a Panda simulation and explains why it passes or fails.</a:t>
            </a:r>
          </a:p>
        </p:txBody>
      </p:sp>
    </p:spTree>
    <p:extLst>
      <p:ext uri="{BB962C8B-B14F-4D97-AF65-F5344CB8AC3E}">
        <p14:creationId xmlns:p14="http://schemas.microsoft.com/office/powerpoint/2010/main" val="1913795686"/>
      </p:ext>
    </p:extLst>
  </p:cSld>
</p:sld>
</file>

<file path=ppt/slides/slide3.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80C1AE-7676-4239-B9C5-EE0D8FB58521}"/>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The operator workflow</a:t>
            </a:r>
          </a:p>
        </p:txBody>
      </p:sp>
      <p:sp>
        <p:nvSpPr>
          <p:cNvPr id="2" name="">
            <a:extLst xmlns:a="http://schemas.openxmlformats.org/drawingml/2006/main">
              <a:ext uri="{FF2B5EF4-FFF2-40B4-BE49-F238E27FC236}">
                <a16:creationId xmlns:a16="http://schemas.microsoft.com/office/drawing/2014/main" id="{0186FA02-E6F9-48A6-A88E-95D169749C70}"/>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E83771A-9E88-43C8-A9BE-20ACE52048B2}"/>
              </a:ext>
            </a:extLst>
          </p:cNvPr>
          <p:cNvSpPr>
            <a:spLocks xmlns:a="http://schemas.openxmlformats.org/drawingml/2006/main" noGrp="1"/>
          </p:cNvSpPr>
          <p:nvPr/>
        </p:nvSpPr>
        <p:spPr>
          <a:xfrm xmlns:a="http://schemas.openxmlformats.org/drawingml/2006/main">
            <a:off x="647700" y="16859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80E3BD"/>
                </a:solidFill>
                <a:latin typeface="Arial"/>
                <a:ea typeface="Arial"/>
                <a:cs typeface="Arial"/>
              </a:defRPr>
            </a:defPPr>
            <a:lvl1pPr>
              <a:defRPr sz="3000" b="1">
                <a:solidFill>
                  <a:srgbClr val="80E3BD"/>
                </a:solidFill>
                <a:latin typeface="Arial"/>
                <a:ea typeface="Arial"/>
                <a:cs typeface="Arial"/>
              </a:defRPr>
            </a:lvl1pPr>
            <a:lvl2pPr>
              <a:defRPr sz="3000" b="1">
                <a:solidFill>
                  <a:srgbClr val="80E3BD"/>
                </a:solidFill>
                <a:latin typeface="Arial"/>
                <a:ea typeface="Arial"/>
                <a:cs typeface="Arial"/>
              </a:defRPr>
            </a:lvl2pPr>
            <a:lvl3pPr>
              <a:defRPr sz="3000" b="1">
                <a:solidFill>
                  <a:srgbClr val="80E3BD"/>
                </a:solidFill>
                <a:latin typeface="Arial"/>
                <a:ea typeface="Arial"/>
                <a:cs typeface="Arial"/>
              </a:defRPr>
            </a:lvl3pPr>
            <a:lvl4pPr>
              <a:defRPr sz="3000" b="1">
                <a:solidFill>
                  <a:srgbClr val="80E3BD"/>
                </a:solidFill>
                <a:latin typeface="Arial"/>
                <a:ea typeface="Arial"/>
                <a:cs typeface="Arial"/>
              </a:defRPr>
            </a:lvl4pPr>
            <a:lvl5pPr>
              <a:defRPr sz="3000" b="1">
                <a:solidFill>
                  <a:srgbClr val="80E3BD"/>
                </a:solidFill>
                <a:latin typeface="Arial"/>
                <a:ea typeface="Arial"/>
                <a:cs typeface="Arial"/>
              </a:defRPr>
            </a:lvl5pPr>
            <a:lvl6pPr>
              <a:defRPr sz="3000" b="1">
                <a:solidFill>
                  <a:srgbClr val="80E3BD"/>
                </a:solidFill>
                <a:latin typeface="Arial"/>
                <a:ea typeface="Arial"/>
                <a:cs typeface="Arial"/>
              </a:defRPr>
            </a:lvl6pPr>
            <a:lvl7pPr>
              <a:defRPr sz="3000" b="1">
                <a:solidFill>
                  <a:srgbClr val="80E3BD"/>
                </a:solidFill>
                <a:latin typeface="Arial"/>
                <a:ea typeface="Arial"/>
                <a:cs typeface="Arial"/>
              </a:defRPr>
            </a:lvl7pPr>
            <a:lvl8pPr>
              <a:defRPr sz="3000" b="1">
                <a:solidFill>
                  <a:srgbClr val="80E3BD"/>
                </a:solidFill>
                <a:latin typeface="Arial"/>
                <a:ea typeface="Arial"/>
                <a:cs typeface="Arial"/>
              </a:defRPr>
            </a:lvl8pPr>
            <a:lvl9pPr>
              <a:defRPr sz="3000" b="1">
                <a:solidFill>
                  <a:srgbClr val="80E3BD"/>
                </a:solidFill>
                <a:latin typeface="Arial"/>
                <a:ea typeface="Arial"/>
                <a:cs typeface="Arial"/>
              </a:defRPr>
            </a:lvl9pPr>
          </a:lstStyle>
          <a:p xmlns:a="http://schemas.openxmlformats.org/drawingml/2006/main">
            <a:pPr>
              <a:defRPr sz="3000" b="1">
                <a:solidFill>
                  <a:srgbClr val="80E3BD"/>
                </a:solidFill>
                <a:latin typeface="Arial"/>
                <a:ea typeface="Arial"/>
                <a:cs typeface="Arial"/>
              </a:defRPr>
            </a:pPr>
            <a:r>
              <a:rPr sz="3000" b="1">
                <a:solidFill>
                  <a:srgbClr val="80E3B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1F9B29B-9E53-485D-95EE-CB9D35A767DB}"/>
              </a:ext>
            </a:extLst>
          </p:cNvPr>
          <p:cNvSpPr>
            <a:spLocks xmlns:a="http://schemas.openxmlformats.org/drawingml/2006/main" noGrp="1"/>
          </p:cNvSpPr>
          <p:nvPr/>
        </p:nvSpPr>
        <p:spPr>
          <a:xfrm xmlns:a="http://schemas.openxmlformats.org/drawingml/2006/main">
            <a:off x="1762125" y="1685925"/>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3F4F1"/>
                </a:solidFill>
                <a:latin typeface="Arial"/>
                <a:ea typeface="Arial"/>
                <a:cs typeface="Arial"/>
              </a:defRPr>
            </a:defPPr>
            <a:lvl1pPr>
              <a:defRPr sz="2325" b="1">
                <a:solidFill>
                  <a:srgbClr val="F3F4F1"/>
                </a:solidFill>
                <a:latin typeface="Arial"/>
                <a:ea typeface="Arial"/>
                <a:cs typeface="Arial"/>
              </a:defRPr>
            </a:lvl1pPr>
            <a:lvl2pPr>
              <a:defRPr sz="2325" b="1">
                <a:solidFill>
                  <a:srgbClr val="F3F4F1"/>
                </a:solidFill>
                <a:latin typeface="Arial"/>
                <a:ea typeface="Arial"/>
                <a:cs typeface="Arial"/>
              </a:defRPr>
            </a:lvl2pPr>
            <a:lvl3pPr>
              <a:defRPr sz="2325" b="1">
                <a:solidFill>
                  <a:srgbClr val="F3F4F1"/>
                </a:solidFill>
                <a:latin typeface="Arial"/>
                <a:ea typeface="Arial"/>
                <a:cs typeface="Arial"/>
              </a:defRPr>
            </a:lvl3pPr>
            <a:lvl4pPr>
              <a:defRPr sz="2325" b="1">
                <a:solidFill>
                  <a:srgbClr val="F3F4F1"/>
                </a:solidFill>
                <a:latin typeface="Arial"/>
                <a:ea typeface="Arial"/>
                <a:cs typeface="Arial"/>
              </a:defRPr>
            </a:lvl4pPr>
            <a:lvl5pPr>
              <a:defRPr sz="2325" b="1">
                <a:solidFill>
                  <a:srgbClr val="F3F4F1"/>
                </a:solidFill>
                <a:latin typeface="Arial"/>
                <a:ea typeface="Arial"/>
                <a:cs typeface="Arial"/>
              </a:defRPr>
            </a:lvl5pPr>
            <a:lvl6pPr>
              <a:defRPr sz="2325" b="1">
                <a:solidFill>
                  <a:srgbClr val="F3F4F1"/>
                </a:solidFill>
                <a:latin typeface="Arial"/>
                <a:ea typeface="Arial"/>
                <a:cs typeface="Arial"/>
              </a:defRPr>
            </a:lvl6pPr>
            <a:lvl7pPr>
              <a:defRPr sz="2325" b="1">
                <a:solidFill>
                  <a:srgbClr val="F3F4F1"/>
                </a:solidFill>
                <a:latin typeface="Arial"/>
                <a:ea typeface="Arial"/>
                <a:cs typeface="Arial"/>
              </a:defRPr>
            </a:lvl7pPr>
            <a:lvl8pPr>
              <a:defRPr sz="2325" b="1">
                <a:solidFill>
                  <a:srgbClr val="F3F4F1"/>
                </a:solidFill>
                <a:latin typeface="Arial"/>
                <a:ea typeface="Arial"/>
                <a:cs typeface="Arial"/>
              </a:defRPr>
            </a:lvl8pPr>
            <a:lvl9pPr>
              <a:defRPr sz="2325" b="1">
                <a:solidFill>
                  <a:srgbClr val="F3F4F1"/>
                </a:solidFill>
                <a:latin typeface="Arial"/>
                <a:ea typeface="Arial"/>
                <a:cs typeface="Arial"/>
              </a:defRPr>
            </a:lvl9pPr>
          </a:lstStyle>
          <a:p xmlns:a="http://schemas.openxmlformats.org/drawingml/2006/main">
            <a:pPr>
              <a:defRPr sz="2325" b="1">
                <a:solidFill>
                  <a:srgbClr val="F3F4F1"/>
                </a:solidFill>
                <a:latin typeface="Arial"/>
                <a:ea typeface="Arial"/>
                <a:cs typeface="Arial"/>
              </a:defRPr>
            </a:pPr>
            <a:r>
              <a:rPr sz="2325" b="1">
                <a:solidFill>
                  <a:srgbClr val="F3F4F1"/>
                </a:solidFill>
                <a:latin typeface="Arial"/>
                <a:ea typeface="Arial"/>
                <a:cs typeface="Arial"/>
              </a:rPr>
              <a:t>Describe the task</a:t>
            </a:r>
          </a:p>
        </p:txBody>
      </p:sp>
      <p:sp>
        <p:nvSpPr>
          <p:cNvPr id="5" name="">
            <a:extLst xmlns:a="http://schemas.openxmlformats.org/drawingml/2006/main">
              <a:ext uri="{FF2B5EF4-FFF2-40B4-BE49-F238E27FC236}">
                <a16:creationId xmlns:a16="http://schemas.microsoft.com/office/drawing/2014/main" id="{ED40A32C-67AA-49A5-A46A-A4F24180D79A}"/>
              </a:ext>
            </a:extLst>
          </p:cNvPr>
          <p:cNvSpPr>
            <a:spLocks xmlns:a="http://schemas.openxmlformats.org/drawingml/2006/main" noGrp="1"/>
          </p:cNvSpPr>
          <p:nvPr/>
        </p:nvSpPr>
        <p:spPr>
          <a:xfrm xmlns:a="http://schemas.openxmlformats.org/drawingml/2006/main">
            <a:off x="1762125" y="21336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AB7BC"/>
                </a:solidFill>
                <a:latin typeface="Arial"/>
                <a:ea typeface="Arial"/>
                <a:cs typeface="Arial"/>
              </a:defRPr>
            </a:defPPr>
            <a:lvl1pPr>
              <a:defRPr sz="1725" b="0">
                <a:solidFill>
                  <a:srgbClr val="AAB7BC"/>
                </a:solidFill>
                <a:latin typeface="Arial"/>
                <a:ea typeface="Arial"/>
                <a:cs typeface="Arial"/>
              </a:defRPr>
            </a:lvl1pPr>
            <a:lvl2pPr>
              <a:defRPr sz="1725" b="0">
                <a:solidFill>
                  <a:srgbClr val="AAB7BC"/>
                </a:solidFill>
                <a:latin typeface="Arial"/>
                <a:ea typeface="Arial"/>
                <a:cs typeface="Arial"/>
              </a:defRPr>
            </a:lvl2pPr>
            <a:lvl3pPr>
              <a:defRPr sz="1725" b="0">
                <a:solidFill>
                  <a:srgbClr val="AAB7BC"/>
                </a:solidFill>
                <a:latin typeface="Arial"/>
                <a:ea typeface="Arial"/>
                <a:cs typeface="Arial"/>
              </a:defRPr>
            </a:lvl3pPr>
            <a:lvl4pPr>
              <a:defRPr sz="1725" b="0">
                <a:solidFill>
                  <a:srgbClr val="AAB7BC"/>
                </a:solidFill>
                <a:latin typeface="Arial"/>
                <a:ea typeface="Arial"/>
                <a:cs typeface="Arial"/>
              </a:defRPr>
            </a:lvl4pPr>
            <a:lvl5pPr>
              <a:defRPr sz="1725" b="0">
                <a:solidFill>
                  <a:srgbClr val="AAB7BC"/>
                </a:solidFill>
                <a:latin typeface="Arial"/>
                <a:ea typeface="Arial"/>
                <a:cs typeface="Arial"/>
              </a:defRPr>
            </a:lvl5pPr>
            <a:lvl6pPr>
              <a:defRPr sz="1725" b="0">
                <a:solidFill>
                  <a:srgbClr val="AAB7BC"/>
                </a:solidFill>
                <a:latin typeface="Arial"/>
                <a:ea typeface="Arial"/>
                <a:cs typeface="Arial"/>
              </a:defRPr>
            </a:lvl6pPr>
            <a:lvl7pPr>
              <a:defRPr sz="1725" b="0">
                <a:solidFill>
                  <a:srgbClr val="AAB7BC"/>
                </a:solidFill>
                <a:latin typeface="Arial"/>
                <a:ea typeface="Arial"/>
                <a:cs typeface="Arial"/>
              </a:defRPr>
            </a:lvl7pPr>
            <a:lvl8pPr>
              <a:defRPr sz="1725" b="0">
                <a:solidFill>
                  <a:srgbClr val="AAB7BC"/>
                </a:solidFill>
                <a:latin typeface="Arial"/>
                <a:ea typeface="Arial"/>
                <a:cs typeface="Arial"/>
              </a:defRPr>
            </a:lvl8pPr>
            <a:lvl9pPr>
              <a:defRPr sz="1725" b="0">
                <a:solidFill>
                  <a:srgbClr val="AAB7BC"/>
                </a:solidFill>
                <a:latin typeface="Arial"/>
                <a:ea typeface="Arial"/>
                <a:cs typeface="Arial"/>
              </a:defRPr>
            </a:lvl9pPr>
          </a:lstStyle>
          <a:p xmlns:a="http://schemas.openxmlformats.org/drawingml/2006/main">
            <a:pPr>
              <a:defRPr sz="1725" b="0">
                <a:solidFill>
                  <a:srgbClr val="AAB7BC"/>
                </a:solidFill>
                <a:latin typeface="Arial"/>
                <a:ea typeface="Arial"/>
                <a:cs typeface="Arial"/>
              </a:defRPr>
            </a:pPr>
            <a:r>
              <a:rPr sz="1725" b="0">
                <a:solidFill>
                  <a:srgbClr val="AAB7BC"/>
                </a:solidFill>
                <a:latin typeface="Arial"/>
                <a:ea typeface="Arial"/>
                <a:cs typeface="Arial"/>
              </a:rPr>
              <a:t>AMD Token Factory generates eight JSON candidates.</a:t>
            </a:r>
          </a:p>
        </p:txBody>
      </p:sp>
      <p:sp>
        <p:nvSpPr>
          <p:cNvPr id="6" name="">
            <a:extLst xmlns:a="http://schemas.openxmlformats.org/drawingml/2006/main">
              <a:ext uri="{FF2B5EF4-FFF2-40B4-BE49-F238E27FC236}">
                <a16:creationId xmlns:a16="http://schemas.microsoft.com/office/drawing/2014/main" id="{366FC44B-476C-46C0-8B3A-AA6EAB28B7A7}"/>
              </a:ext>
            </a:extLst>
          </p:cNvPr>
          <p:cNvSpPr>
            <a:spLocks xmlns:a="http://schemas.openxmlformats.org/drawingml/2006/main" noGrp="1"/>
          </p:cNvSpPr>
          <p:nvPr/>
        </p:nvSpPr>
        <p:spPr>
          <a:xfrm xmlns:a="http://schemas.openxmlformats.org/drawingml/2006/main">
            <a:off x="647700" y="27432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80E3BD"/>
                </a:solidFill>
                <a:latin typeface="Arial"/>
                <a:ea typeface="Arial"/>
                <a:cs typeface="Arial"/>
              </a:defRPr>
            </a:defPPr>
            <a:lvl1pPr>
              <a:defRPr sz="3000" b="1">
                <a:solidFill>
                  <a:srgbClr val="80E3BD"/>
                </a:solidFill>
                <a:latin typeface="Arial"/>
                <a:ea typeface="Arial"/>
                <a:cs typeface="Arial"/>
              </a:defRPr>
            </a:lvl1pPr>
            <a:lvl2pPr>
              <a:defRPr sz="3000" b="1">
                <a:solidFill>
                  <a:srgbClr val="80E3BD"/>
                </a:solidFill>
                <a:latin typeface="Arial"/>
                <a:ea typeface="Arial"/>
                <a:cs typeface="Arial"/>
              </a:defRPr>
            </a:lvl2pPr>
            <a:lvl3pPr>
              <a:defRPr sz="3000" b="1">
                <a:solidFill>
                  <a:srgbClr val="80E3BD"/>
                </a:solidFill>
                <a:latin typeface="Arial"/>
                <a:ea typeface="Arial"/>
                <a:cs typeface="Arial"/>
              </a:defRPr>
            </a:lvl3pPr>
            <a:lvl4pPr>
              <a:defRPr sz="3000" b="1">
                <a:solidFill>
                  <a:srgbClr val="80E3BD"/>
                </a:solidFill>
                <a:latin typeface="Arial"/>
                <a:ea typeface="Arial"/>
                <a:cs typeface="Arial"/>
              </a:defRPr>
            </a:lvl4pPr>
            <a:lvl5pPr>
              <a:defRPr sz="3000" b="1">
                <a:solidFill>
                  <a:srgbClr val="80E3BD"/>
                </a:solidFill>
                <a:latin typeface="Arial"/>
                <a:ea typeface="Arial"/>
                <a:cs typeface="Arial"/>
              </a:defRPr>
            </a:lvl5pPr>
            <a:lvl6pPr>
              <a:defRPr sz="3000" b="1">
                <a:solidFill>
                  <a:srgbClr val="80E3BD"/>
                </a:solidFill>
                <a:latin typeface="Arial"/>
                <a:ea typeface="Arial"/>
                <a:cs typeface="Arial"/>
              </a:defRPr>
            </a:lvl6pPr>
            <a:lvl7pPr>
              <a:defRPr sz="3000" b="1">
                <a:solidFill>
                  <a:srgbClr val="80E3BD"/>
                </a:solidFill>
                <a:latin typeface="Arial"/>
                <a:ea typeface="Arial"/>
                <a:cs typeface="Arial"/>
              </a:defRPr>
            </a:lvl7pPr>
            <a:lvl8pPr>
              <a:defRPr sz="3000" b="1">
                <a:solidFill>
                  <a:srgbClr val="80E3BD"/>
                </a:solidFill>
                <a:latin typeface="Arial"/>
                <a:ea typeface="Arial"/>
                <a:cs typeface="Arial"/>
              </a:defRPr>
            </a:lvl8pPr>
            <a:lvl9pPr>
              <a:defRPr sz="3000" b="1">
                <a:solidFill>
                  <a:srgbClr val="80E3BD"/>
                </a:solidFill>
                <a:latin typeface="Arial"/>
                <a:ea typeface="Arial"/>
                <a:cs typeface="Arial"/>
              </a:defRPr>
            </a:lvl9pPr>
          </a:lstStyle>
          <a:p xmlns:a="http://schemas.openxmlformats.org/drawingml/2006/main">
            <a:pPr>
              <a:defRPr sz="3000" b="1">
                <a:solidFill>
                  <a:srgbClr val="80E3BD"/>
                </a:solidFill>
                <a:latin typeface="Arial"/>
                <a:ea typeface="Arial"/>
                <a:cs typeface="Arial"/>
              </a:defRPr>
            </a:pPr>
            <a:r>
              <a:rPr sz="3000" b="1">
                <a:solidFill>
                  <a:srgbClr val="80E3B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A8E7489-092B-4DA1-A573-8CBE366C2440}"/>
              </a:ext>
            </a:extLst>
          </p:cNvPr>
          <p:cNvSpPr>
            <a:spLocks xmlns:a="http://schemas.openxmlformats.org/drawingml/2006/main" noGrp="1"/>
          </p:cNvSpPr>
          <p:nvPr/>
        </p:nvSpPr>
        <p:spPr>
          <a:xfrm xmlns:a="http://schemas.openxmlformats.org/drawingml/2006/main">
            <a:off x="1762125" y="2743200"/>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3F4F1"/>
                </a:solidFill>
                <a:latin typeface="Arial"/>
                <a:ea typeface="Arial"/>
                <a:cs typeface="Arial"/>
              </a:defRPr>
            </a:defPPr>
            <a:lvl1pPr>
              <a:defRPr sz="2325" b="1">
                <a:solidFill>
                  <a:srgbClr val="F3F4F1"/>
                </a:solidFill>
                <a:latin typeface="Arial"/>
                <a:ea typeface="Arial"/>
                <a:cs typeface="Arial"/>
              </a:defRPr>
            </a:lvl1pPr>
            <a:lvl2pPr>
              <a:defRPr sz="2325" b="1">
                <a:solidFill>
                  <a:srgbClr val="F3F4F1"/>
                </a:solidFill>
                <a:latin typeface="Arial"/>
                <a:ea typeface="Arial"/>
                <a:cs typeface="Arial"/>
              </a:defRPr>
            </a:lvl2pPr>
            <a:lvl3pPr>
              <a:defRPr sz="2325" b="1">
                <a:solidFill>
                  <a:srgbClr val="F3F4F1"/>
                </a:solidFill>
                <a:latin typeface="Arial"/>
                <a:ea typeface="Arial"/>
                <a:cs typeface="Arial"/>
              </a:defRPr>
            </a:lvl3pPr>
            <a:lvl4pPr>
              <a:defRPr sz="2325" b="1">
                <a:solidFill>
                  <a:srgbClr val="F3F4F1"/>
                </a:solidFill>
                <a:latin typeface="Arial"/>
                <a:ea typeface="Arial"/>
                <a:cs typeface="Arial"/>
              </a:defRPr>
            </a:lvl4pPr>
            <a:lvl5pPr>
              <a:defRPr sz="2325" b="1">
                <a:solidFill>
                  <a:srgbClr val="F3F4F1"/>
                </a:solidFill>
                <a:latin typeface="Arial"/>
                <a:ea typeface="Arial"/>
                <a:cs typeface="Arial"/>
              </a:defRPr>
            </a:lvl5pPr>
            <a:lvl6pPr>
              <a:defRPr sz="2325" b="1">
                <a:solidFill>
                  <a:srgbClr val="F3F4F1"/>
                </a:solidFill>
                <a:latin typeface="Arial"/>
                <a:ea typeface="Arial"/>
                <a:cs typeface="Arial"/>
              </a:defRPr>
            </a:lvl6pPr>
            <a:lvl7pPr>
              <a:defRPr sz="2325" b="1">
                <a:solidFill>
                  <a:srgbClr val="F3F4F1"/>
                </a:solidFill>
                <a:latin typeface="Arial"/>
                <a:ea typeface="Arial"/>
                <a:cs typeface="Arial"/>
              </a:defRPr>
            </a:lvl7pPr>
            <a:lvl8pPr>
              <a:defRPr sz="2325" b="1">
                <a:solidFill>
                  <a:srgbClr val="F3F4F1"/>
                </a:solidFill>
                <a:latin typeface="Arial"/>
                <a:ea typeface="Arial"/>
                <a:cs typeface="Arial"/>
              </a:defRPr>
            </a:lvl8pPr>
            <a:lvl9pPr>
              <a:defRPr sz="2325" b="1">
                <a:solidFill>
                  <a:srgbClr val="F3F4F1"/>
                </a:solidFill>
                <a:latin typeface="Arial"/>
                <a:ea typeface="Arial"/>
                <a:cs typeface="Arial"/>
              </a:defRPr>
            </a:lvl9pPr>
          </a:lstStyle>
          <a:p xmlns:a="http://schemas.openxmlformats.org/drawingml/2006/main">
            <a:pPr>
              <a:defRPr sz="2325" b="1">
                <a:solidFill>
                  <a:srgbClr val="F3F4F1"/>
                </a:solidFill>
                <a:latin typeface="Arial"/>
                <a:ea typeface="Arial"/>
                <a:cs typeface="Arial"/>
              </a:defRPr>
            </a:pPr>
            <a:r>
              <a:rPr sz="2325" b="1">
                <a:solidFill>
                  <a:srgbClr val="F3F4F1"/>
                </a:solidFill>
                <a:latin typeface="Arial"/>
                <a:ea typeface="Arial"/>
                <a:cs typeface="Arial"/>
              </a:rPr>
              <a:t>Test independent scenes</a:t>
            </a:r>
          </a:p>
        </p:txBody>
      </p:sp>
      <p:sp>
        <p:nvSpPr>
          <p:cNvPr id="8" name="">
            <a:extLst xmlns:a="http://schemas.openxmlformats.org/drawingml/2006/main">
              <a:ext uri="{FF2B5EF4-FFF2-40B4-BE49-F238E27FC236}">
                <a16:creationId xmlns:a16="http://schemas.microsoft.com/office/drawing/2014/main" id="{1359D1FF-ECFC-44F2-87A9-45439B01710F}"/>
              </a:ext>
            </a:extLst>
          </p:cNvPr>
          <p:cNvSpPr>
            <a:spLocks xmlns:a="http://schemas.openxmlformats.org/drawingml/2006/main" noGrp="1"/>
          </p:cNvSpPr>
          <p:nvPr/>
        </p:nvSpPr>
        <p:spPr>
          <a:xfrm xmlns:a="http://schemas.openxmlformats.org/drawingml/2006/main">
            <a:off x="1762125" y="31908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AB7BC"/>
                </a:solidFill>
                <a:latin typeface="Arial"/>
                <a:ea typeface="Arial"/>
                <a:cs typeface="Arial"/>
              </a:defRPr>
            </a:defPPr>
            <a:lvl1pPr>
              <a:defRPr sz="1725" b="0">
                <a:solidFill>
                  <a:srgbClr val="AAB7BC"/>
                </a:solidFill>
                <a:latin typeface="Arial"/>
                <a:ea typeface="Arial"/>
                <a:cs typeface="Arial"/>
              </a:defRPr>
            </a:lvl1pPr>
            <a:lvl2pPr>
              <a:defRPr sz="1725" b="0">
                <a:solidFill>
                  <a:srgbClr val="AAB7BC"/>
                </a:solidFill>
                <a:latin typeface="Arial"/>
                <a:ea typeface="Arial"/>
                <a:cs typeface="Arial"/>
              </a:defRPr>
            </a:lvl2pPr>
            <a:lvl3pPr>
              <a:defRPr sz="1725" b="0">
                <a:solidFill>
                  <a:srgbClr val="AAB7BC"/>
                </a:solidFill>
                <a:latin typeface="Arial"/>
                <a:ea typeface="Arial"/>
                <a:cs typeface="Arial"/>
              </a:defRPr>
            </a:lvl3pPr>
            <a:lvl4pPr>
              <a:defRPr sz="1725" b="0">
                <a:solidFill>
                  <a:srgbClr val="AAB7BC"/>
                </a:solidFill>
                <a:latin typeface="Arial"/>
                <a:ea typeface="Arial"/>
                <a:cs typeface="Arial"/>
              </a:defRPr>
            </a:lvl4pPr>
            <a:lvl5pPr>
              <a:defRPr sz="1725" b="0">
                <a:solidFill>
                  <a:srgbClr val="AAB7BC"/>
                </a:solidFill>
                <a:latin typeface="Arial"/>
                <a:ea typeface="Arial"/>
                <a:cs typeface="Arial"/>
              </a:defRPr>
            </a:lvl5pPr>
            <a:lvl6pPr>
              <a:defRPr sz="1725" b="0">
                <a:solidFill>
                  <a:srgbClr val="AAB7BC"/>
                </a:solidFill>
                <a:latin typeface="Arial"/>
                <a:ea typeface="Arial"/>
                <a:cs typeface="Arial"/>
              </a:defRPr>
            </a:lvl6pPr>
            <a:lvl7pPr>
              <a:defRPr sz="1725" b="0">
                <a:solidFill>
                  <a:srgbClr val="AAB7BC"/>
                </a:solidFill>
                <a:latin typeface="Arial"/>
                <a:ea typeface="Arial"/>
                <a:cs typeface="Arial"/>
              </a:defRPr>
            </a:lvl7pPr>
            <a:lvl8pPr>
              <a:defRPr sz="1725" b="0">
                <a:solidFill>
                  <a:srgbClr val="AAB7BC"/>
                </a:solidFill>
                <a:latin typeface="Arial"/>
                <a:ea typeface="Arial"/>
                <a:cs typeface="Arial"/>
              </a:defRPr>
            </a:lvl8pPr>
            <a:lvl9pPr>
              <a:defRPr sz="1725" b="0">
                <a:solidFill>
                  <a:srgbClr val="AAB7BC"/>
                </a:solidFill>
                <a:latin typeface="Arial"/>
                <a:ea typeface="Arial"/>
                <a:cs typeface="Arial"/>
              </a:defRPr>
            </a:lvl9pPr>
          </a:lstStyle>
          <a:p xmlns:a="http://schemas.openxmlformats.org/drawingml/2006/main">
            <a:pPr>
              <a:defRPr sz="1725" b="0">
                <a:solidFill>
                  <a:srgbClr val="AAB7BC"/>
                </a:solidFill>
                <a:latin typeface="Arial"/>
                <a:ea typeface="Arial"/>
                <a:cs typeface="Arial"/>
              </a:defRPr>
            </a:pPr>
            <a:r>
              <a:rPr sz="1725" b="0">
                <a:solidFill>
                  <a:srgbClr val="AAB7BC"/>
                </a:solidFill>
                <a:latin typeface="Arial"/>
                <a:ea typeface="Arial"/>
                <a:cs typeface="Arial"/>
              </a:rPr>
              <a:t>Local MuJoCo workers execute the plans and record evidence.</a:t>
            </a:r>
          </a:p>
        </p:txBody>
      </p:sp>
      <p:sp>
        <p:nvSpPr>
          <p:cNvPr id="9" name="">
            <a:extLst xmlns:a="http://schemas.openxmlformats.org/drawingml/2006/main">
              <a:ext uri="{FF2B5EF4-FFF2-40B4-BE49-F238E27FC236}">
                <a16:creationId xmlns:a16="http://schemas.microsoft.com/office/drawing/2014/main" id="{8A36BA46-1A01-4F5A-9262-D44C95408139}"/>
              </a:ext>
            </a:extLst>
          </p:cNvPr>
          <p:cNvSpPr>
            <a:spLocks xmlns:a="http://schemas.openxmlformats.org/drawingml/2006/main" noGrp="1"/>
          </p:cNvSpPr>
          <p:nvPr/>
        </p:nvSpPr>
        <p:spPr>
          <a:xfrm xmlns:a="http://schemas.openxmlformats.org/drawingml/2006/main">
            <a:off x="647700" y="380047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80E3BD"/>
                </a:solidFill>
                <a:latin typeface="Arial"/>
                <a:ea typeface="Arial"/>
                <a:cs typeface="Arial"/>
              </a:defRPr>
            </a:defPPr>
            <a:lvl1pPr>
              <a:defRPr sz="3000" b="1">
                <a:solidFill>
                  <a:srgbClr val="80E3BD"/>
                </a:solidFill>
                <a:latin typeface="Arial"/>
                <a:ea typeface="Arial"/>
                <a:cs typeface="Arial"/>
              </a:defRPr>
            </a:lvl1pPr>
            <a:lvl2pPr>
              <a:defRPr sz="3000" b="1">
                <a:solidFill>
                  <a:srgbClr val="80E3BD"/>
                </a:solidFill>
                <a:latin typeface="Arial"/>
                <a:ea typeface="Arial"/>
                <a:cs typeface="Arial"/>
              </a:defRPr>
            </a:lvl2pPr>
            <a:lvl3pPr>
              <a:defRPr sz="3000" b="1">
                <a:solidFill>
                  <a:srgbClr val="80E3BD"/>
                </a:solidFill>
                <a:latin typeface="Arial"/>
                <a:ea typeface="Arial"/>
                <a:cs typeface="Arial"/>
              </a:defRPr>
            </a:lvl3pPr>
            <a:lvl4pPr>
              <a:defRPr sz="3000" b="1">
                <a:solidFill>
                  <a:srgbClr val="80E3BD"/>
                </a:solidFill>
                <a:latin typeface="Arial"/>
                <a:ea typeface="Arial"/>
                <a:cs typeface="Arial"/>
              </a:defRPr>
            </a:lvl4pPr>
            <a:lvl5pPr>
              <a:defRPr sz="3000" b="1">
                <a:solidFill>
                  <a:srgbClr val="80E3BD"/>
                </a:solidFill>
                <a:latin typeface="Arial"/>
                <a:ea typeface="Arial"/>
                <a:cs typeface="Arial"/>
              </a:defRPr>
            </a:lvl5pPr>
            <a:lvl6pPr>
              <a:defRPr sz="3000" b="1">
                <a:solidFill>
                  <a:srgbClr val="80E3BD"/>
                </a:solidFill>
                <a:latin typeface="Arial"/>
                <a:ea typeface="Arial"/>
                <a:cs typeface="Arial"/>
              </a:defRPr>
            </a:lvl6pPr>
            <a:lvl7pPr>
              <a:defRPr sz="3000" b="1">
                <a:solidFill>
                  <a:srgbClr val="80E3BD"/>
                </a:solidFill>
                <a:latin typeface="Arial"/>
                <a:ea typeface="Arial"/>
                <a:cs typeface="Arial"/>
              </a:defRPr>
            </a:lvl7pPr>
            <a:lvl8pPr>
              <a:defRPr sz="3000" b="1">
                <a:solidFill>
                  <a:srgbClr val="80E3BD"/>
                </a:solidFill>
                <a:latin typeface="Arial"/>
                <a:ea typeface="Arial"/>
                <a:cs typeface="Arial"/>
              </a:defRPr>
            </a:lvl8pPr>
            <a:lvl9pPr>
              <a:defRPr sz="3000" b="1">
                <a:solidFill>
                  <a:srgbClr val="80E3BD"/>
                </a:solidFill>
                <a:latin typeface="Arial"/>
                <a:ea typeface="Arial"/>
                <a:cs typeface="Arial"/>
              </a:defRPr>
            </a:lvl9pPr>
          </a:lstStyle>
          <a:p xmlns:a="http://schemas.openxmlformats.org/drawingml/2006/main">
            <a:pPr>
              <a:defRPr sz="3000" b="1">
                <a:solidFill>
                  <a:srgbClr val="80E3BD"/>
                </a:solidFill>
                <a:latin typeface="Arial"/>
                <a:ea typeface="Arial"/>
                <a:cs typeface="Arial"/>
              </a:defRPr>
            </a:pPr>
            <a:r>
              <a:rPr sz="3000" b="1">
                <a:solidFill>
                  <a:srgbClr val="80E3B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25AB902-A0BF-4DAD-B5B8-322B73BEF6AF}"/>
              </a:ext>
            </a:extLst>
          </p:cNvPr>
          <p:cNvSpPr>
            <a:spLocks xmlns:a="http://schemas.openxmlformats.org/drawingml/2006/main" noGrp="1"/>
          </p:cNvSpPr>
          <p:nvPr/>
        </p:nvSpPr>
        <p:spPr>
          <a:xfrm xmlns:a="http://schemas.openxmlformats.org/drawingml/2006/main">
            <a:off x="1762125" y="3800475"/>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3F4F1"/>
                </a:solidFill>
                <a:latin typeface="Arial"/>
                <a:ea typeface="Arial"/>
                <a:cs typeface="Arial"/>
              </a:defRPr>
            </a:defPPr>
            <a:lvl1pPr>
              <a:defRPr sz="2325" b="1">
                <a:solidFill>
                  <a:srgbClr val="F3F4F1"/>
                </a:solidFill>
                <a:latin typeface="Arial"/>
                <a:ea typeface="Arial"/>
                <a:cs typeface="Arial"/>
              </a:defRPr>
            </a:lvl1pPr>
            <a:lvl2pPr>
              <a:defRPr sz="2325" b="1">
                <a:solidFill>
                  <a:srgbClr val="F3F4F1"/>
                </a:solidFill>
                <a:latin typeface="Arial"/>
                <a:ea typeface="Arial"/>
                <a:cs typeface="Arial"/>
              </a:defRPr>
            </a:lvl2pPr>
            <a:lvl3pPr>
              <a:defRPr sz="2325" b="1">
                <a:solidFill>
                  <a:srgbClr val="F3F4F1"/>
                </a:solidFill>
                <a:latin typeface="Arial"/>
                <a:ea typeface="Arial"/>
                <a:cs typeface="Arial"/>
              </a:defRPr>
            </a:lvl3pPr>
            <a:lvl4pPr>
              <a:defRPr sz="2325" b="1">
                <a:solidFill>
                  <a:srgbClr val="F3F4F1"/>
                </a:solidFill>
                <a:latin typeface="Arial"/>
                <a:ea typeface="Arial"/>
                <a:cs typeface="Arial"/>
              </a:defRPr>
            </a:lvl4pPr>
            <a:lvl5pPr>
              <a:defRPr sz="2325" b="1">
                <a:solidFill>
                  <a:srgbClr val="F3F4F1"/>
                </a:solidFill>
                <a:latin typeface="Arial"/>
                <a:ea typeface="Arial"/>
                <a:cs typeface="Arial"/>
              </a:defRPr>
            </a:lvl5pPr>
            <a:lvl6pPr>
              <a:defRPr sz="2325" b="1">
                <a:solidFill>
                  <a:srgbClr val="F3F4F1"/>
                </a:solidFill>
                <a:latin typeface="Arial"/>
                <a:ea typeface="Arial"/>
                <a:cs typeface="Arial"/>
              </a:defRPr>
            </a:lvl6pPr>
            <a:lvl7pPr>
              <a:defRPr sz="2325" b="1">
                <a:solidFill>
                  <a:srgbClr val="F3F4F1"/>
                </a:solidFill>
                <a:latin typeface="Arial"/>
                <a:ea typeface="Arial"/>
                <a:cs typeface="Arial"/>
              </a:defRPr>
            </a:lvl7pPr>
            <a:lvl8pPr>
              <a:defRPr sz="2325" b="1">
                <a:solidFill>
                  <a:srgbClr val="F3F4F1"/>
                </a:solidFill>
                <a:latin typeface="Arial"/>
                <a:ea typeface="Arial"/>
                <a:cs typeface="Arial"/>
              </a:defRPr>
            </a:lvl8pPr>
            <a:lvl9pPr>
              <a:defRPr sz="2325" b="1">
                <a:solidFill>
                  <a:srgbClr val="F3F4F1"/>
                </a:solidFill>
                <a:latin typeface="Arial"/>
                <a:ea typeface="Arial"/>
                <a:cs typeface="Arial"/>
              </a:defRPr>
            </a:lvl9pPr>
          </a:lstStyle>
          <a:p xmlns:a="http://schemas.openxmlformats.org/drawingml/2006/main">
            <a:pPr>
              <a:defRPr sz="2325" b="1">
                <a:solidFill>
                  <a:srgbClr val="F3F4F1"/>
                </a:solidFill>
                <a:latin typeface="Arial"/>
                <a:ea typeface="Arial"/>
                <a:cs typeface="Arial"/>
              </a:defRPr>
            </a:pPr>
            <a:r>
              <a:rPr sz="2325" b="1">
                <a:solidFill>
                  <a:srgbClr val="F3F4F1"/>
                </a:solidFill>
                <a:latin typeface="Arial"/>
                <a:ea typeface="Arial"/>
                <a:cs typeface="Arial"/>
              </a:rPr>
              <a:t>Reject failures, then rank</a:t>
            </a:r>
          </a:p>
        </p:txBody>
      </p:sp>
      <p:sp>
        <p:nvSpPr>
          <p:cNvPr id="11" name="">
            <a:extLst xmlns:a="http://schemas.openxmlformats.org/drawingml/2006/main">
              <a:ext uri="{FF2B5EF4-FFF2-40B4-BE49-F238E27FC236}">
                <a16:creationId xmlns:a16="http://schemas.microsoft.com/office/drawing/2014/main" id="{5073AB60-3E5C-4E02-85B4-7C11E06AE888}"/>
              </a:ext>
            </a:extLst>
          </p:cNvPr>
          <p:cNvSpPr>
            <a:spLocks xmlns:a="http://schemas.openxmlformats.org/drawingml/2006/main" noGrp="1"/>
          </p:cNvSpPr>
          <p:nvPr/>
        </p:nvSpPr>
        <p:spPr>
          <a:xfrm xmlns:a="http://schemas.openxmlformats.org/drawingml/2006/main">
            <a:off x="1762125" y="42481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AB7BC"/>
                </a:solidFill>
                <a:latin typeface="Arial"/>
                <a:ea typeface="Arial"/>
                <a:cs typeface="Arial"/>
              </a:defRPr>
            </a:defPPr>
            <a:lvl1pPr>
              <a:defRPr sz="1725" b="0">
                <a:solidFill>
                  <a:srgbClr val="AAB7BC"/>
                </a:solidFill>
                <a:latin typeface="Arial"/>
                <a:ea typeface="Arial"/>
                <a:cs typeface="Arial"/>
              </a:defRPr>
            </a:lvl1pPr>
            <a:lvl2pPr>
              <a:defRPr sz="1725" b="0">
                <a:solidFill>
                  <a:srgbClr val="AAB7BC"/>
                </a:solidFill>
                <a:latin typeface="Arial"/>
                <a:ea typeface="Arial"/>
                <a:cs typeface="Arial"/>
              </a:defRPr>
            </a:lvl2pPr>
            <a:lvl3pPr>
              <a:defRPr sz="1725" b="0">
                <a:solidFill>
                  <a:srgbClr val="AAB7BC"/>
                </a:solidFill>
                <a:latin typeface="Arial"/>
                <a:ea typeface="Arial"/>
                <a:cs typeface="Arial"/>
              </a:defRPr>
            </a:lvl3pPr>
            <a:lvl4pPr>
              <a:defRPr sz="1725" b="0">
                <a:solidFill>
                  <a:srgbClr val="AAB7BC"/>
                </a:solidFill>
                <a:latin typeface="Arial"/>
                <a:ea typeface="Arial"/>
                <a:cs typeface="Arial"/>
              </a:defRPr>
            </a:lvl4pPr>
            <a:lvl5pPr>
              <a:defRPr sz="1725" b="0">
                <a:solidFill>
                  <a:srgbClr val="AAB7BC"/>
                </a:solidFill>
                <a:latin typeface="Arial"/>
                <a:ea typeface="Arial"/>
                <a:cs typeface="Arial"/>
              </a:defRPr>
            </a:lvl5pPr>
            <a:lvl6pPr>
              <a:defRPr sz="1725" b="0">
                <a:solidFill>
                  <a:srgbClr val="AAB7BC"/>
                </a:solidFill>
                <a:latin typeface="Arial"/>
                <a:ea typeface="Arial"/>
                <a:cs typeface="Arial"/>
              </a:defRPr>
            </a:lvl6pPr>
            <a:lvl7pPr>
              <a:defRPr sz="1725" b="0">
                <a:solidFill>
                  <a:srgbClr val="AAB7BC"/>
                </a:solidFill>
                <a:latin typeface="Arial"/>
                <a:ea typeface="Arial"/>
                <a:cs typeface="Arial"/>
              </a:defRPr>
            </a:lvl7pPr>
            <a:lvl8pPr>
              <a:defRPr sz="1725" b="0">
                <a:solidFill>
                  <a:srgbClr val="AAB7BC"/>
                </a:solidFill>
                <a:latin typeface="Arial"/>
                <a:ea typeface="Arial"/>
                <a:cs typeface="Arial"/>
              </a:defRPr>
            </a:lvl8pPr>
            <a:lvl9pPr>
              <a:defRPr sz="1725" b="0">
                <a:solidFill>
                  <a:srgbClr val="AAB7BC"/>
                </a:solidFill>
                <a:latin typeface="Arial"/>
                <a:ea typeface="Arial"/>
                <a:cs typeface="Arial"/>
              </a:defRPr>
            </a:lvl9pPr>
          </a:lstStyle>
          <a:p xmlns:a="http://schemas.openxmlformats.org/drawingml/2006/main">
            <a:pPr>
              <a:defRPr sz="1725" b="0">
                <a:solidFill>
                  <a:srgbClr val="AAB7BC"/>
                </a:solidFill>
                <a:latin typeface="Arial"/>
                <a:ea typeface="Arial"/>
                <a:cs typeface="Arial"/>
              </a:defRPr>
            </a:pPr>
            <a:r>
              <a:rPr sz="1725" b="0">
                <a:solidFill>
                  <a:srgbClr val="AAB7BC"/>
                </a:solidFill>
                <a:latin typeface="Arial"/>
                <a:ea typeface="Arial"/>
                <a:cs typeface="Arial"/>
              </a:rPr>
              <a:t>Measured checks cover task success, table collisions and drops.</a:t>
            </a:r>
          </a:p>
        </p:txBody>
      </p:sp>
      <p:sp>
        <p:nvSpPr>
          <p:cNvPr id="12" name="">
            <a:extLst xmlns:a="http://schemas.openxmlformats.org/drawingml/2006/main">
              <a:ext uri="{FF2B5EF4-FFF2-40B4-BE49-F238E27FC236}">
                <a16:creationId xmlns:a16="http://schemas.microsoft.com/office/drawing/2014/main" id="{3ED1C6E5-0A97-4057-97A2-CB5AAAF73454}"/>
              </a:ext>
            </a:extLst>
          </p:cNvPr>
          <p:cNvSpPr>
            <a:spLocks xmlns:a="http://schemas.openxmlformats.org/drawingml/2006/main" noGrp="1"/>
          </p:cNvSpPr>
          <p:nvPr/>
        </p:nvSpPr>
        <p:spPr>
          <a:xfrm xmlns:a="http://schemas.openxmlformats.org/drawingml/2006/main">
            <a:off x="647700" y="48577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80E3BD"/>
                </a:solidFill>
                <a:latin typeface="Arial"/>
                <a:ea typeface="Arial"/>
                <a:cs typeface="Arial"/>
              </a:defRPr>
            </a:defPPr>
            <a:lvl1pPr>
              <a:defRPr sz="3000" b="1">
                <a:solidFill>
                  <a:srgbClr val="80E3BD"/>
                </a:solidFill>
                <a:latin typeface="Arial"/>
                <a:ea typeface="Arial"/>
                <a:cs typeface="Arial"/>
              </a:defRPr>
            </a:lvl1pPr>
            <a:lvl2pPr>
              <a:defRPr sz="3000" b="1">
                <a:solidFill>
                  <a:srgbClr val="80E3BD"/>
                </a:solidFill>
                <a:latin typeface="Arial"/>
                <a:ea typeface="Arial"/>
                <a:cs typeface="Arial"/>
              </a:defRPr>
            </a:lvl2pPr>
            <a:lvl3pPr>
              <a:defRPr sz="3000" b="1">
                <a:solidFill>
                  <a:srgbClr val="80E3BD"/>
                </a:solidFill>
                <a:latin typeface="Arial"/>
                <a:ea typeface="Arial"/>
                <a:cs typeface="Arial"/>
              </a:defRPr>
            </a:lvl3pPr>
            <a:lvl4pPr>
              <a:defRPr sz="3000" b="1">
                <a:solidFill>
                  <a:srgbClr val="80E3BD"/>
                </a:solidFill>
                <a:latin typeface="Arial"/>
                <a:ea typeface="Arial"/>
                <a:cs typeface="Arial"/>
              </a:defRPr>
            </a:lvl4pPr>
            <a:lvl5pPr>
              <a:defRPr sz="3000" b="1">
                <a:solidFill>
                  <a:srgbClr val="80E3BD"/>
                </a:solidFill>
                <a:latin typeface="Arial"/>
                <a:ea typeface="Arial"/>
                <a:cs typeface="Arial"/>
              </a:defRPr>
            </a:lvl5pPr>
            <a:lvl6pPr>
              <a:defRPr sz="3000" b="1">
                <a:solidFill>
                  <a:srgbClr val="80E3BD"/>
                </a:solidFill>
                <a:latin typeface="Arial"/>
                <a:ea typeface="Arial"/>
                <a:cs typeface="Arial"/>
              </a:defRPr>
            </a:lvl6pPr>
            <a:lvl7pPr>
              <a:defRPr sz="3000" b="1">
                <a:solidFill>
                  <a:srgbClr val="80E3BD"/>
                </a:solidFill>
                <a:latin typeface="Arial"/>
                <a:ea typeface="Arial"/>
                <a:cs typeface="Arial"/>
              </a:defRPr>
            </a:lvl7pPr>
            <a:lvl8pPr>
              <a:defRPr sz="3000" b="1">
                <a:solidFill>
                  <a:srgbClr val="80E3BD"/>
                </a:solidFill>
                <a:latin typeface="Arial"/>
                <a:ea typeface="Arial"/>
                <a:cs typeface="Arial"/>
              </a:defRPr>
            </a:lvl8pPr>
            <a:lvl9pPr>
              <a:defRPr sz="3000" b="1">
                <a:solidFill>
                  <a:srgbClr val="80E3BD"/>
                </a:solidFill>
                <a:latin typeface="Arial"/>
                <a:ea typeface="Arial"/>
                <a:cs typeface="Arial"/>
              </a:defRPr>
            </a:lvl9pPr>
          </a:lstStyle>
          <a:p xmlns:a="http://schemas.openxmlformats.org/drawingml/2006/main">
            <a:pPr>
              <a:defRPr sz="3000" b="1">
                <a:solidFill>
                  <a:srgbClr val="80E3BD"/>
                </a:solidFill>
                <a:latin typeface="Arial"/>
                <a:ea typeface="Arial"/>
                <a:cs typeface="Arial"/>
              </a:defRPr>
            </a:pPr>
            <a:r>
              <a:rPr sz="3000" b="1">
                <a:solidFill>
                  <a:srgbClr val="80E3BD"/>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E1B7B22-93E5-4DBB-B9A9-0F7DBAB7832E}"/>
              </a:ext>
            </a:extLst>
          </p:cNvPr>
          <p:cNvSpPr>
            <a:spLocks xmlns:a="http://schemas.openxmlformats.org/drawingml/2006/main" noGrp="1"/>
          </p:cNvSpPr>
          <p:nvPr/>
        </p:nvSpPr>
        <p:spPr>
          <a:xfrm xmlns:a="http://schemas.openxmlformats.org/drawingml/2006/main">
            <a:off x="1762125" y="4857750"/>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3F4F1"/>
                </a:solidFill>
                <a:latin typeface="Arial"/>
                <a:ea typeface="Arial"/>
                <a:cs typeface="Arial"/>
              </a:defRPr>
            </a:defPPr>
            <a:lvl1pPr>
              <a:defRPr sz="2325" b="1">
                <a:solidFill>
                  <a:srgbClr val="F3F4F1"/>
                </a:solidFill>
                <a:latin typeface="Arial"/>
                <a:ea typeface="Arial"/>
                <a:cs typeface="Arial"/>
              </a:defRPr>
            </a:lvl1pPr>
            <a:lvl2pPr>
              <a:defRPr sz="2325" b="1">
                <a:solidFill>
                  <a:srgbClr val="F3F4F1"/>
                </a:solidFill>
                <a:latin typeface="Arial"/>
                <a:ea typeface="Arial"/>
                <a:cs typeface="Arial"/>
              </a:defRPr>
            </a:lvl2pPr>
            <a:lvl3pPr>
              <a:defRPr sz="2325" b="1">
                <a:solidFill>
                  <a:srgbClr val="F3F4F1"/>
                </a:solidFill>
                <a:latin typeface="Arial"/>
                <a:ea typeface="Arial"/>
                <a:cs typeface="Arial"/>
              </a:defRPr>
            </a:lvl3pPr>
            <a:lvl4pPr>
              <a:defRPr sz="2325" b="1">
                <a:solidFill>
                  <a:srgbClr val="F3F4F1"/>
                </a:solidFill>
                <a:latin typeface="Arial"/>
                <a:ea typeface="Arial"/>
                <a:cs typeface="Arial"/>
              </a:defRPr>
            </a:lvl4pPr>
            <a:lvl5pPr>
              <a:defRPr sz="2325" b="1">
                <a:solidFill>
                  <a:srgbClr val="F3F4F1"/>
                </a:solidFill>
                <a:latin typeface="Arial"/>
                <a:ea typeface="Arial"/>
                <a:cs typeface="Arial"/>
              </a:defRPr>
            </a:lvl5pPr>
            <a:lvl6pPr>
              <a:defRPr sz="2325" b="1">
                <a:solidFill>
                  <a:srgbClr val="F3F4F1"/>
                </a:solidFill>
                <a:latin typeface="Arial"/>
                <a:ea typeface="Arial"/>
                <a:cs typeface="Arial"/>
              </a:defRPr>
            </a:lvl6pPr>
            <a:lvl7pPr>
              <a:defRPr sz="2325" b="1">
                <a:solidFill>
                  <a:srgbClr val="F3F4F1"/>
                </a:solidFill>
                <a:latin typeface="Arial"/>
                <a:ea typeface="Arial"/>
                <a:cs typeface="Arial"/>
              </a:defRPr>
            </a:lvl7pPr>
            <a:lvl8pPr>
              <a:defRPr sz="2325" b="1">
                <a:solidFill>
                  <a:srgbClr val="F3F4F1"/>
                </a:solidFill>
                <a:latin typeface="Arial"/>
                <a:ea typeface="Arial"/>
                <a:cs typeface="Arial"/>
              </a:defRPr>
            </a:lvl8pPr>
            <a:lvl9pPr>
              <a:defRPr sz="2325" b="1">
                <a:solidFill>
                  <a:srgbClr val="F3F4F1"/>
                </a:solidFill>
                <a:latin typeface="Arial"/>
                <a:ea typeface="Arial"/>
                <a:cs typeface="Arial"/>
              </a:defRPr>
            </a:lvl9pPr>
          </a:lstStyle>
          <a:p xmlns:a="http://schemas.openxmlformats.org/drawingml/2006/main">
            <a:pPr>
              <a:defRPr sz="2325" b="1">
                <a:solidFill>
                  <a:srgbClr val="F3F4F1"/>
                </a:solidFill>
                <a:latin typeface="Arial"/>
                <a:ea typeface="Arial"/>
                <a:cs typeface="Arial"/>
              </a:defRPr>
            </a:pPr>
            <a:r>
              <a:rPr sz="2325" b="1">
                <a:solidFill>
                  <a:srgbClr val="F3F4F1"/>
                </a:solidFill>
                <a:latin typeface="Arial"/>
                <a:ea typeface="Arial"/>
                <a:cs typeface="Arial"/>
              </a:rPr>
              <a:t>Review and approve</a:t>
            </a:r>
          </a:p>
        </p:txBody>
      </p:sp>
      <p:sp>
        <p:nvSpPr>
          <p:cNvPr id="14" name="">
            <a:extLst xmlns:a="http://schemas.openxmlformats.org/drawingml/2006/main">
              <a:ext uri="{FF2B5EF4-FFF2-40B4-BE49-F238E27FC236}">
                <a16:creationId xmlns:a16="http://schemas.microsoft.com/office/drawing/2014/main" id="{28B5E5BC-5D2D-4635-BE32-3CA782194ED3}"/>
              </a:ext>
            </a:extLst>
          </p:cNvPr>
          <p:cNvSpPr>
            <a:spLocks xmlns:a="http://schemas.openxmlformats.org/drawingml/2006/main" noGrp="1"/>
          </p:cNvSpPr>
          <p:nvPr/>
        </p:nvSpPr>
        <p:spPr>
          <a:xfrm xmlns:a="http://schemas.openxmlformats.org/drawingml/2006/main">
            <a:off x="1762125" y="53054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AB7BC"/>
                </a:solidFill>
                <a:latin typeface="Arial"/>
                <a:ea typeface="Arial"/>
                <a:cs typeface="Arial"/>
              </a:defRPr>
            </a:defPPr>
            <a:lvl1pPr>
              <a:defRPr sz="1725" b="0">
                <a:solidFill>
                  <a:srgbClr val="AAB7BC"/>
                </a:solidFill>
                <a:latin typeface="Arial"/>
                <a:ea typeface="Arial"/>
                <a:cs typeface="Arial"/>
              </a:defRPr>
            </a:lvl1pPr>
            <a:lvl2pPr>
              <a:defRPr sz="1725" b="0">
                <a:solidFill>
                  <a:srgbClr val="AAB7BC"/>
                </a:solidFill>
                <a:latin typeface="Arial"/>
                <a:ea typeface="Arial"/>
                <a:cs typeface="Arial"/>
              </a:defRPr>
            </a:lvl2pPr>
            <a:lvl3pPr>
              <a:defRPr sz="1725" b="0">
                <a:solidFill>
                  <a:srgbClr val="AAB7BC"/>
                </a:solidFill>
                <a:latin typeface="Arial"/>
                <a:ea typeface="Arial"/>
                <a:cs typeface="Arial"/>
              </a:defRPr>
            </a:lvl3pPr>
            <a:lvl4pPr>
              <a:defRPr sz="1725" b="0">
                <a:solidFill>
                  <a:srgbClr val="AAB7BC"/>
                </a:solidFill>
                <a:latin typeface="Arial"/>
                <a:ea typeface="Arial"/>
                <a:cs typeface="Arial"/>
              </a:defRPr>
            </a:lvl4pPr>
            <a:lvl5pPr>
              <a:defRPr sz="1725" b="0">
                <a:solidFill>
                  <a:srgbClr val="AAB7BC"/>
                </a:solidFill>
                <a:latin typeface="Arial"/>
                <a:ea typeface="Arial"/>
                <a:cs typeface="Arial"/>
              </a:defRPr>
            </a:lvl5pPr>
            <a:lvl6pPr>
              <a:defRPr sz="1725" b="0">
                <a:solidFill>
                  <a:srgbClr val="AAB7BC"/>
                </a:solidFill>
                <a:latin typeface="Arial"/>
                <a:ea typeface="Arial"/>
                <a:cs typeface="Arial"/>
              </a:defRPr>
            </a:lvl6pPr>
            <a:lvl7pPr>
              <a:defRPr sz="1725" b="0">
                <a:solidFill>
                  <a:srgbClr val="AAB7BC"/>
                </a:solidFill>
                <a:latin typeface="Arial"/>
                <a:ea typeface="Arial"/>
                <a:cs typeface="Arial"/>
              </a:defRPr>
            </a:lvl7pPr>
            <a:lvl8pPr>
              <a:defRPr sz="1725" b="0">
                <a:solidFill>
                  <a:srgbClr val="AAB7BC"/>
                </a:solidFill>
                <a:latin typeface="Arial"/>
                <a:ea typeface="Arial"/>
                <a:cs typeface="Arial"/>
              </a:defRPr>
            </a:lvl8pPr>
            <a:lvl9pPr>
              <a:defRPr sz="1725" b="0">
                <a:solidFill>
                  <a:srgbClr val="AAB7BC"/>
                </a:solidFill>
                <a:latin typeface="Arial"/>
                <a:ea typeface="Arial"/>
                <a:cs typeface="Arial"/>
              </a:defRPr>
            </a:lvl9pPr>
          </a:lstStyle>
          <a:p xmlns:a="http://schemas.openxmlformats.org/drawingml/2006/main">
            <a:pPr>
              <a:defRPr sz="1725" b="0">
                <a:solidFill>
                  <a:srgbClr val="AAB7BC"/>
                </a:solidFill>
                <a:latin typeface="Arial"/>
                <a:ea typeface="Arial"/>
                <a:cs typeface="Arial"/>
              </a:defRPr>
            </a:pPr>
            <a:r>
              <a:rPr sz="1725" b="0">
                <a:solidFill>
                  <a:srgbClr val="AAB7BC"/>
                </a:solidFill>
                <a:latin typeface="Arial"/>
                <a:ea typeface="Arial"/>
                <a:cs typeface="Arial"/>
              </a:rPr>
              <a:t>A camera check flags uncertainty. The operator approves export.</a:t>
            </a:r>
          </a:p>
        </p:txBody>
      </p:sp>
    </p:spTree>
    <p:extLst>
      <p:ext uri="{BB962C8B-B14F-4D97-AF65-F5344CB8AC3E}">
        <p14:creationId xmlns:p14="http://schemas.microsoft.com/office/powerpoint/2010/main" val="315552070"/>
      </p:ext>
    </p:extLst>
  </p:cSld>
</p:sld>
</file>

<file path=ppt/slides/slide4.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691B43-6C12-478A-93E4-1EB5575292EC}"/>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Demo: sorting parts and rejecting failures</a:t>
            </a:r>
          </a:p>
        </p:txBody>
      </p:sp>
      <p:sp>
        <p:nvSpPr>
          <p:cNvPr id="2" name="">
            <a:extLst xmlns:a="http://schemas.openxmlformats.org/drawingml/2006/main">
              <a:ext uri="{FF2B5EF4-FFF2-40B4-BE49-F238E27FC236}">
                <a16:creationId xmlns:a16="http://schemas.microsoft.com/office/drawing/2014/main" id="{1C6445C9-98CA-47B1-9345-797EB6CC31A1}"/>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E34A4B4A-0646-4FF8-A85D-1C5897161430}"/>
              </a:ext>
            </a:extLst>
          </p:cNvPr>
          <p:cNvPicPr>
            <a:picLocks xmlns:a="http://schemas.openxmlformats.org/drawingml/2006/main" noChangeAspect="1"/>
          </p:cNvPicPr>
          <p:nvPr/>
        </p:nvPicPr>
        <p:blipFill>
          <a:blip xmlns:r="http://schemas.openxmlformats.org/officeDocument/2006/relationships" xmlns:a="http://schemas.openxmlformats.org/drawingml/2006/main" r:embed="R8051d35f852441d4"/>
          <a:stretch xmlns:a="http://schemas.openxmlformats.org/drawingml/2006/main"/>
        </p:blipFill>
        <p:spPr>
          <a:xfrm xmlns:a="http://schemas.openxmlformats.org/drawingml/2006/main">
            <a:off x="5572125" y="1485900"/>
            <a:ext cx="5905500"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E8C576-183D-475A-B822-0B088D725B2A}"/>
              </a:ext>
            </a:extLst>
          </p:cNvPr>
          <p:cNvSpPr>
            <a:spLocks xmlns:a="http://schemas.openxmlformats.org/drawingml/2006/main" noGrp="1"/>
          </p:cNvSpPr>
          <p:nvPr/>
        </p:nvSpPr>
        <p:spPr>
          <a:xfrm xmlns:a="http://schemas.openxmlformats.org/drawingml/2006/main">
            <a:off x="647700" y="1885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80E3BD"/>
                </a:solidFill>
                <a:latin typeface="Arial"/>
                <a:ea typeface="Arial"/>
                <a:cs typeface="Arial"/>
              </a:defRPr>
            </a:defPPr>
            <a:lvl1pPr>
              <a:defRPr sz="2700" b="1">
                <a:solidFill>
                  <a:srgbClr val="80E3BD"/>
                </a:solidFill>
                <a:latin typeface="Arial"/>
                <a:ea typeface="Arial"/>
                <a:cs typeface="Arial"/>
              </a:defRPr>
            </a:lvl1pPr>
            <a:lvl2pPr>
              <a:defRPr sz="2700" b="1">
                <a:solidFill>
                  <a:srgbClr val="80E3BD"/>
                </a:solidFill>
                <a:latin typeface="Arial"/>
                <a:ea typeface="Arial"/>
                <a:cs typeface="Arial"/>
              </a:defRPr>
            </a:lvl2pPr>
            <a:lvl3pPr>
              <a:defRPr sz="2700" b="1">
                <a:solidFill>
                  <a:srgbClr val="80E3BD"/>
                </a:solidFill>
                <a:latin typeface="Arial"/>
                <a:ea typeface="Arial"/>
                <a:cs typeface="Arial"/>
              </a:defRPr>
            </a:lvl3pPr>
            <a:lvl4pPr>
              <a:defRPr sz="2700" b="1">
                <a:solidFill>
                  <a:srgbClr val="80E3BD"/>
                </a:solidFill>
                <a:latin typeface="Arial"/>
                <a:ea typeface="Arial"/>
                <a:cs typeface="Arial"/>
              </a:defRPr>
            </a:lvl4pPr>
            <a:lvl5pPr>
              <a:defRPr sz="2700" b="1">
                <a:solidFill>
                  <a:srgbClr val="80E3BD"/>
                </a:solidFill>
                <a:latin typeface="Arial"/>
                <a:ea typeface="Arial"/>
                <a:cs typeface="Arial"/>
              </a:defRPr>
            </a:lvl5pPr>
            <a:lvl6pPr>
              <a:defRPr sz="2700" b="1">
                <a:solidFill>
                  <a:srgbClr val="80E3BD"/>
                </a:solidFill>
                <a:latin typeface="Arial"/>
                <a:ea typeface="Arial"/>
                <a:cs typeface="Arial"/>
              </a:defRPr>
            </a:lvl6pPr>
            <a:lvl7pPr>
              <a:defRPr sz="2700" b="1">
                <a:solidFill>
                  <a:srgbClr val="80E3BD"/>
                </a:solidFill>
                <a:latin typeface="Arial"/>
                <a:ea typeface="Arial"/>
                <a:cs typeface="Arial"/>
              </a:defRPr>
            </a:lvl7pPr>
            <a:lvl8pPr>
              <a:defRPr sz="2700" b="1">
                <a:solidFill>
                  <a:srgbClr val="80E3BD"/>
                </a:solidFill>
                <a:latin typeface="Arial"/>
                <a:ea typeface="Arial"/>
                <a:cs typeface="Arial"/>
              </a:defRPr>
            </a:lvl8pPr>
            <a:lvl9pPr>
              <a:defRPr sz="2700" b="1">
                <a:solidFill>
                  <a:srgbClr val="80E3BD"/>
                </a:solidFill>
                <a:latin typeface="Arial"/>
                <a:ea typeface="Arial"/>
                <a:cs typeface="Arial"/>
              </a:defRPr>
            </a:lvl9pPr>
          </a:lstStyle>
          <a:p xmlns:a="http://schemas.openxmlformats.org/drawingml/2006/main">
            <a:pPr>
              <a:defRPr sz="2700" b="1">
                <a:solidFill>
                  <a:srgbClr val="80E3BD"/>
                </a:solidFill>
                <a:latin typeface="Arial"/>
                <a:ea typeface="Arial"/>
                <a:cs typeface="Arial"/>
              </a:defRPr>
            </a:pPr>
            <a:r>
              <a:rPr sz="2700" b="1">
                <a:solidFill>
                  <a:srgbClr val="80E3BD"/>
                </a:solidFill>
                <a:latin typeface="Arial"/>
                <a:ea typeface="Arial"/>
                <a:cs typeface="Arial"/>
              </a:rPr>
              <a:t>“Sort both parts by color”</a:t>
            </a:r>
          </a:p>
        </p:txBody>
      </p:sp>
      <p:sp>
        <p:nvSpPr>
          <p:cNvPr id="5" name="">
            <a:extLst xmlns:a="http://schemas.openxmlformats.org/drawingml/2006/main">
              <a:ext uri="{FF2B5EF4-FFF2-40B4-BE49-F238E27FC236}">
                <a16:creationId xmlns:a16="http://schemas.microsoft.com/office/drawing/2014/main" id="{5C8A81D1-D0BE-44C6-8EB7-BFE24A0E3165}"/>
              </a:ext>
            </a:extLst>
          </p:cNvPr>
          <p:cNvSpPr>
            <a:spLocks xmlns:a="http://schemas.openxmlformats.org/drawingml/2006/main" noGrp="1"/>
          </p:cNvSpPr>
          <p:nvPr/>
        </p:nvSpPr>
        <p:spPr>
          <a:xfrm xmlns:a="http://schemas.openxmlformats.org/drawingml/2006/main">
            <a:off x="647700" y="323850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3F4F1"/>
                </a:solidFill>
                <a:latin typeface="Arial"/>
                <a:ea typeface="Arial"/>
                <a:cs typeface="Arial"/>
              </a:defRPr>
            </a:defPPr>
            <a:lvl1pPr>
              <a:defRPr sz="2100" b="0">
                <a:solidFill>
                  <a:srgbClr val="F3F4F1"/>
                </a:solidFill>
                <a:latin typeface="Arial"/>
                <a:ea typeface="Arial"/>
                <a:cs typeface="Arial"/>
              </a:defRPr>
            </a:lvl1pPr>
            <a:lvl2pPr>
              <a:defRPr sz="2100" b="0">
                <a:solidFill>
                  <a:srgbClr val="F3F4F1"/>
                </a:solidFill>
                <a:latin typeface="Arial"/>
                <a:ea typeface="Arial"/>
                <a:cs typeface="Arial"/>
              </a:defRPr>
            </a:lvl2pPr>
            <a:lvl3pPr>
              <a:defRPr sz="2100" b="0">
                <a:solidFill>
                  <a:srgbClr val="F3F4F1"/>
                </a:solidFill>
                <a:latin typeface="Arial"/>
                <a:ea typeface="Arial"/>
                <a:cs typeface="Arial"/>
              </a:defRPr>
            </a:lvl3pPr>
            <a:lvl4pPr>
              <a:defRPr sz="2100" b="0">
                <a:solidFill>
                  <a:srgbClr val="F3F4F1"/>
                </a:solidFill>
                <a:latin typeface="Arial"/>
                <a:ea typeface="Arial"/>
                <a:cs typeface="Arial"/>
              </a:defRPr>
            </a:lvl4pPr>
            <a:lvl5pPr>
              <a:defRPr sz="2100" b="0">
                <a:solidFill>
                  <a:srgbClr val="F3F4F1"/>
                </a:solidFill>
                <a:latin typeface="Arial"/>
                <a:ea typeface="Arial"/>
                <a:cs typeface="Arial"/>
              </a:defRPr>
            </a:lvl5pPr>
            <a:lvl6pPr>
              <a:defRPr sz="2100" b="0">
                <a:solidFill>
                  <a:srgbClr val="F3F4F1"/>
                </a:solidFill>
                <a:latin typeface="Arial"/>
                <a:ea typeface="Arial"/>
                <a:cs typeface="Arial"/>
              </a:defRPr>
            </a:lvl6pPr>
            <a:lvl7pPr>
              <a:defRPr sz="2100" b="0">
                <a:solidFill>
                  <a:srgbClr val="F3F4F1"/>
                </a:solidFill>
                <a:latin typeface="Arial"/>
                <a:ea typeface="Arial"/>
                <a:cs typeface="Arial"/>
              </a:defRPr>
            </a:lvl7pPr>
            <a:lvl8pPr>
              <a:defRPr sz="2100" b="0">
                <a:solidFill>
                  <a:srgbClr val="F3F4F1"/>
                </a:solidFill>
                <a:latin typeface="Arial"/>
                <a:ea typeface="Arial"/>
                <a:cs typeface="Arial"/>
              </a:defRPr>
            </a:lvl8pPr>
            <a:lvl9pPr>
              <a:defRPr sz="2100" b="0">
                <a:solidFill>
                  <a:srgbClr val="F3F4F1"/>
                </a:solidFill>
                <a:latin typeface="Arial"/>
                <a:ea typeface="Arial"/>
                <a:cs typeface="Arial"/>
              </a:defRPr>
            </a:lvl9pPr>
          </a:lstStyle>
          <a:p xmlns:a="http://schemas.openxmlformats.org/drawingml/2006/main">
            <a:pPr>
              <a:defRPr sz="2100" b="0">
                <a:solidFill>
                  <a:srgbClr val="F3F4F1"/>
                </a:solidFill>
                <a:latin typeface="Arial"/>
                <a:ea typeface="Arial"/>
                <a:cs typeface="Arial"/>
              </a:defRPr>
            </a:pPr>
            <a:r>
              <a:rPr sz="2100" b="0">
                <a:solidFill>
                  <a:srgbClr val="F3F4F1"/>
                </a:solidFill>
                <a:latin typeface="Arial"/>
                <a:ea typeface="Arial"/>
                <a:cs typeface="Arial"/>
              </a:rPr>
              <a:t>6 of 8 candidates passed simulation</a:t>
            </a:r>
          </a:p>
          <a:p xmlns:a="http://schemas.openxmlformats.org/drawingml/2006/main">
            <a:pPr>
              <a:defRPr sz="2100" b="0">
                <a:solidFill>
                  <a:srgbClr val="F3F4F1"/>
                </a:solidFill>
                <a:latin typeface="Arial"/>
                <a:ea typeface="Arial"/>
                <a:cs typeface="Arial"/>
              </a:defRPr>
            </a:pPr>
            <a:r>
              <a:rPr sz="2100" b="0">
                <a:solidFill>
                  <a:srgbClr val="F3F4F1"/>
                </a:solidFill>
                <a:latin typeface="Arial"/>
                <a:ea typeface="Arial"/>
                <a:cs typeface="Arial"/>
              </a:rPr>
              <a:t>2 candidates dropped a part</a:t>
            </a:r>
          </a:p>
        </p:txBody>
      </p:sp>
      <p:sp>
        <p:nvSpPr>
          <p:cNvPr id="6" name="">
            <a:extLst xmlns:a="http://schemas.openxmlformats.org/drawingml/2006/main">
              <a:ext uri="{FF2B5EF4-FFF2-40B4-BE49-F238E27FC236}">
                <a16:creationId xmlns:a16="http://schemas.microsoft.com/office/drawing/2014/main" id="{235F5DC1-6869-4BB6-8E56-6183C0266E4F}"/>
              </a:ext>
            </a:extLst>
          </p:cNvPr>
          <p:cNvSpPr>
            <a:spLocks xmlns:a="http://schemas.openxmlformats.org/drawingml/2006/main" noGrp="1"/>
          </p:cNvSpPr>
          <p:nvPr/>
        </p:nvSpPr>
        <p:spPr>
          <a:xfrm xmlns:a="http://schemas.openxmlformats.org/drawingml/2006/main">
            <a:off x="647700" y="46672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FFC76D"/>
                </a:solidFill>
                <a:latin typeface="Arial"/>
                <a:ea typeface="Arial"/>
                <a:cs typeface="Arial"/>
              </a:defRPr>
            </a:defPPr>
            <a:lvl1pPr>
              <a:defRPr sz="2025" b="0">
                <a:solidFill>
                  <a:srgbClr val="FFC76D"/>
                </a:solidFill>
                <a:latin typeface="Arial"/>
                <a:ea typeface="Arial"/>
                <a:cs typeface="Arial"/>
              </a:defRPr>
            </a:lvl1pPr>
            <a:lvl2pPr>
              <a:defRPr sz="2025" b="0">
                <a:solidFill>
                  <a:srgbClr val="FFC76D"/>
                </a:solidFill>
                <a:latin typeface="Arial"/>
                <a:ea typeface="Arial"/>
                <a:cs typeface="Arial"/>
              </a:defRPr>
            </a:lvl2pPr>
            <a:lvl3pPr>
              <a:defRPr sz="2025" b="0">
                <a:solidFill>
                  <a:srgbClr val="FFC76D"/>
                </a:solidFill>
                <a:latin typeface="Arial"/>
                <a:ea typeface="Arial"/>
                <a:cs typeface="Arial"/>
              </a:defRPr>
            </a:lvl3pPr>
            <a:lvl4pPr>
              <a:defRPr sz="2025" b="0">
                <a:solidFill>
                  <a:srgbClr val="FFC76D"/>
                </a:solidFill>
                <a:latin typeface="Arial"/>
                <a:ea typeface="Arial"/>
                <a:cs typeface="Arial"/>
              </a:defRPr>
            </a:lvl4pPr>
            <a:lvl5pPr>
              <a:defRPr sz="2025" b="0">
                <a:solidFill>
                  <a:srgbClr val="FFC76D"/>
                </a:solidFill>
                <a:latin typeface="Arial"/>
                <a:ea typeface="Arial"/>
                <a:cs typeface="Arial"/>
              </a:defRPr>
            </a:lvl5pPr>
            <a:lvl6pPr>
              <a:defRPr sz="2025" b="0">
                <a:solidFill>
                  <a:srgbClr val="FFC76D"/>
                </a:solidFill>
                <a:latin typeface="Arial"/>
                <a:ea typeface="Arial"/>
                <a:cs typeface="Arial"/>
              </a:defRPr>
            </a:lvl6pPr>
            <a:lvl7pPr>
              <a:defRPr sz="2025" b="0">
                <a:solidFill>
                  <a:srgbClr val="FFC76D"/>
                </a:solidFill>
                <a:latin typeface="Arial"/>
                <a:ea typeface="Arial"/>
                <a:cs typeface="Arial"/>
              </a:defRPr>
            </a:lvl7pPr>
            <a:lvl8pPr>
              <a:defRPr sz="2025" b="0">
                <a:solidFill>
                  <a:srgbClr val="FFC76D"/>
                </a:solidFill>
                <a:latin typeface="Arial"/>
                <a:ea typeface="Arial"/>
                <a:cs typeface="Arial"/>
              </a:defRPr>
            </a:lvl8pPr>
            <a:lvl9pPr>
              <a:defRPr sz="2025" b="0">
                <a:solidFill>
                  <a:srgbClr val="FFC76D"/>
                </a:solidFill>
                <a:latin typeface="Arial"/>
                <a:ea typeface="Arial"/>
                <a:cs typeface="Arial"/>
              </a:defRPr>
            </a:lvl9pPr>
          </a:lstStyle>
          <a:p xmlns:a="http://schemas.openxmlformats.org/drawingml/2006/main">
            <a:pPr>
              <a:defRPr sz="2025" b="0">
                <a:solidFill>
                  <a:srgbClr val="FFC76D"/>
                </a:solidFill>
                <a:latin typeface="Arial"/>
                <a:ea typeface="Arial"/>
                <a:cs typeface="Arial"/>
              </a:defRPr>
            </a:pPr>
            <a:r>
              <a:rPr sz="2025" b="0">
                <a:solidFill>
                  <a:srgbClr val="FFC76D"/>
                </a:solidFill>
                <a:latin typeface="Arial"/>
                <a:ea typeface="Arial"/>
                <a:cs typeface="Arial"/>
              </a:rPr>
              <a:t>Unreachable task: 8 of 8 rejected</a:t>
            </a:r>
          </a:p>
          <a:p xmlns:a="http://schemas.openxmlformats.org/drawingml/2006/main">
            <a:pPr>
              <a:defRPr sz="2025" b="0">
                <a:solidFill>
                  <a:srgbClr val="FFC76D"/>
                </a:solidFill>
                <a:latin typeface="Arial"/>
                <a:ea typeface="Arial"/>
                <a:cs typeface="Arial"/>
              </a:defRPr>
            </a:pPr>
            <a:r>
              <a:rPr sz="2025" b="0">
                <a:solidFill>
                  <a:srgbClr val="FFC76D"/>
                </a:solidFill>
                <a:latin typeface="Arial"/>
                <a:ea typeface="Arial"/>
                <a:cs typeface="Arial"/>
              </a:rPr>
              <a:t>No plan available for approval</a:t>
            </a:r>
          </a:p>
        </p:txBody>
      </p:sp>
    </p:spTree>
    <p:extLst>
      <p:ext uri="{BB962C8B-B14F-4D97-AF65-F5344CB8AC3E}">
        <p14:creationId xmlns:p14="http://schemas.microsoft.com/office/powerpoint/2010/main" val="503356925"/>
      </p:ext>
    </p:extLst>
  </p:cSld>
</p:sld>
</file>

<file path=ppt/slides/slide5.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6C0EE3-0375-4B25-B2FF-626BE3CD8898}"/>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Results from three live AMD runs</a:t>
            </a:r>
          </a:p>
        </p:txBody>
      </p:sp>
      <p:sp>
        <p:nvSpPr>
          <p:cNvPr id="2" name="">
            <a:extLst xmlns:a="http://schemas.openxmlformats.org/drawingml/2006/main">
              <a:ext uri="{FF2B5EF4-FFF2-40B4-BE49-F238E27FC236}">
                <a16:creationId xmlns:a16="http://schemas.microsoft.com/office/drawing/2014/main" id="{B1B048F4-EEDA-4922-B4B0-84DAC0D82A65}"/>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B43D18AB-A91A-4B0D-8FF9-1DC29F40F29F}"/>
              </a:ext>
            </a:extLst>
          </p:cNvPr>
          <p:cNvGraphicFramePr/>
          <p:nvPr/>
        </p:nvGraphicFramePr>
        <p:xfrm>
          <a:off xmlns:a="http://schemas.openxmlformats.org/drawingml/2006/main" x="609600" y="1885950"/>
          <a:ext xmlns:a="http://schemas.openxmlformats.org/drawingml/2006/main" cx="10953750" cy="2724150"/>
        </p:xfrm>
        <a:graphic xmlns:a="http://schemas.openxmlformats.org/drawingml/2006/main">
          <a:graphicData uri="http://schemas.openxmlformats.org/drawingml/2006/table">
            <a:tbl>
              <a:tblPr/>
              <a:tblGrid>
                <a:gridCol w="3524250"/>
                <a:gridCol w="1619250"/>
                <a:gridCol w="3238500"/>
                <a:gridCol w="2571750"/>
              </a:tblGrid>
              <a:tr h="681038">
                <a:tc>
                  <a:txBody>
                    <a:bodyPr lIns="133350" tIns="133350" rIns="133350" bIns="133350"/>
                    <a:lstStyle/>
                    <a:p>
                      <a:r>
                        <a:rPr sz="1725" b="1">
                          <a:solidFill>
                            <a:srgbClr val="80E3BD"/>
                          </a:solidFill>
                          <a:latin typeface="Arial"/>
                          <a:ea typeface="Arial"/>
                          <a:cs typeface="Arial"/>
                        </a:rPr>
                        <a:t>Task</a:t>
                      </a:r>
                    </a:p>
                  </a:txBody>
                  <a:tcPr marL="91440" marR="91440" marT="45720" marB="45720">
                    <a:lnL w="9525">
                      <a:solidFill>
                        <a:srgbClr val="32444F"/>
                      </a:solidFill>
                    </a:lnL>
                    <a:lnR w="9525">
                      <a:solidFill>
                        <a:srgbClr val="32444F"/>
                      </a:solidFill>
                    </a:lnR>
                    <a:lnT w="9525">
                      <a:solidFill>
                        <a:srgbClr val="32444F"/>
                      </a:solidFill>
                    </a:lnT>
                    <a:lnB w="9525">
                      <a:solidFill>
                        <a:srgbClr val="32444F"/>
                      </a:solidFill>
                    </a:lnB>
                    <a:solidFill>
                      <a:srgbClr val="233A45"/>
                    </a:solidFill>
                  </a:tcPr>
                </a:tc>
                <a:tc>
                  <a:txBody>
                    <a:bodyPr lIns="133350" tIns="133350" rIns="133350" bIns="133350"/>
                    <a:lstStyle/>
                    <a:p>
                      <a:r>
                        <a:rPr sz="1725" b="1">
                          <a:solidFill>
                            <a:srgbClr val="80E3BD"/>
                          </a:solidFill>
                          <a:latin typeface="Arial"/>
                          <a:ea typeface="Arial"/>
                          <a:cs typeface="Arial"/>
                        </a:rPr>
                        <a:t>Passed / 8</a:t>
                      </a:r>
                    </a:p>
                  </a:txBody>
                  <a:tcPr marL="91440" marR="91440" marT="45720" marB="45720">
                    <a:lnR w="9525">
                      <a:solidFill>
                        <a:srgbClr val="32444F"/>
                      </a:solidFill>
                    </a:lnR>
                    <a:lnT w="9525">
                      <a:solidFill>
                        <a:srgbClr val="32444F"/>
                      </a:solidFill>
                    </a:lnT>
                    <a:lnB w="9525">
                      <a:solidFill>
                        <a:srgbClr val="32444F"/>
                      </a:solidFill>
                    </a:lnB>
                    <a:solidFill>
                      <a:srgbClr val="233A45"/>
                    </a:solidFill>
                  </a:tcPr>
                </a:tc>
                <a:tc>
                  <a:txBody>
                    <a:bodyPr lIns="133350" tIns="133350" rIns="133350" bIns="133350"/>
                    <a:lstStyle/>
                    <a:p>
                      <a:r>
                        <a:rPr sz="1725" b="1">
                          <a:solidFill>
                            <a:srgbClr val="80E3BD"/>
                          </a:solidFill>
                          <a:latin typeface="Arial"/>
                          <a:ea typeface="Arial"/>
                          <a:cs typeface="Arial"/>
                        </a:rPr>
                        <a:t>Rejected</a:t>
                      </a:r>
                    </a:p>
                  </a:txBody>
                  <a:tcPr marL="91440" marR="91440" marT="45720" marB="45720">
                    <a:lnR w="9525">
                      <a:solidFill>
                        <a:srgbClr val="32444F"/>
                      </a:solidFill>
                    </a:lnR>
                    <a:lnT w="9525">
                      <a:solidFill>
                        <a:srgbClr val="32444F"/>
                      </a:solidFill>
                    </a:lnT>
                    <a:lnB w="9525">
                      <a:solidFill>
                        <a:srgbClr val="32444F"/>
                      </a:solidFill>
                    </a:lnB>
                    <a:solidFill>
                      <a:srgbClr val="233A45"/>
                    </a:solidFill>
                  </a:tcPr>
                </a:tc>
                <a:tc>
                  <a:txBody>
                    <a:bodyPr lIns="133350" tIns="133350" rIns="133350" bIns="133350"/>
                    <a:lstStyle/>
                    <a:p>
                      <a:r>
                        <a:rPr sz="1725" b="1">
                          <a:solidFill>
                            <a:srgbClr val="80E3BD"/>
                          </a:solidFill>
                          <a:latin typeface="Arial"/>
                          <a:ea typeface="Arial"/>
                          <a:cs typeface="Arial"/>
                        </a:rPr>
                        <a:t>Total wall time</a:t>
                      </a:r>
                    </a:p>
                  </a:txBody>
                  <a:tcPr marL="91440" marR="91440" marT="45720" marB="45720">
                    <a:lnR w="9525">
                      <a:solidFill>
                        <a:srgbClr val="32444F"/>
                      </a:solidFill>
                    </a:lnR>
                    <a:lnT w="9525">
                      <a:solidFill>
                        <a:srgbClr val="32444F"/>
                      </a:solidFill>
                    </a:lnT>
                    <a:lnB w="9525">
                      <a:solidFill>
                        <a:srgbClr val="32444F"/>
                      </a:solidFill>
                    </a:lnB>
                    <a:solidFill>
                      <a:srgbClr val="233A45"/>
                    </a:solidFill>
                  </a:tcPr>
                </a:tc>
              </a:tr>
              <a:tr h="681038">
                <a:tc>
                  <a:txBody>
                    <a:bodyPr lIns="133350" tIns="133350" rIns="133350" bIns="133350"/>
                    <a:lstStyle/>
                    <a:p>
                      <a:r>
                        <a:rPr sz="1875" b="0">
                          <a:solidFill>
                            <a:srgbClr val="F3F4F1"/>
                          </a:solidFill>
                          <a:latin typeface="Arial"/>
                          <a:ea typeface="Arial"/>
                          <a:cs typeface="Arial"/>
                        </a:rPr>
                        <a:t>Red part to bin A</a:t>
                      </a:r>
                    </a:p>
                  </a:txBody>
                  <a:tcPr marL="91440" marR="91440" marT="45720" marB="45720">
                    <a:lnL w="9525">
                      <a:solidFill>
                        <a:srgbClr val="32444F"/>
                      </a:solidFill>
                    </a:lnL>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6</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2 dropped parts</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20.570 s</a:t>
                      </a:r>
                    </a:p>
                  </a:txBody>
                  <a:tcPr marL="91440" marR="91440" marT="45720" marB="45720">
                    <a:lnR w="9525">
                      <a:solidFill>
                        <a:srgbClr val="32444F"/>
                      </a:solidFill>
                    </a:lnR>
                    <a:lnB w="9525">
                      <a:solidFill>
                        <a:srgbClr val="32444F"/>
                      </a:solidFill>
                    </a:lnB>
                    <a:solidFill>
                      <a:srgbClr val="10191F"/>
                    </a:solidFill>
                  </a:tcPr>
                </a:tc>
              </a:tr>
              <a:tr h="681038">
                <a:tc>
                  <a:txBody>
                    <a:bodyPr lIns="133350" tIns="133350" rIns="133350" bIns="133350"/>
                    <a:lstStyle/>
                    <a:p>
                      <a:r>
                        <a:rPr sz="1875" b="0">
                          <a:solidFill>
                            <a:srgbClr val="F3F4F1"/>
                          </a:solidFill>
                          <a:latin typeface="Arial"/>
                          <a:ea typeface="Arial"/>
                          <a:cs typeface="Arial"/>
                        </a:rPr>
                        <a:t>Sort both parts</a:t>
                      </a:r>
                    </a:p>
                  </a:txBody>
                  <a:tcPr marL="91440" marR="91440" marT="45720" marB="45720">
                    <a:lnL w="9525">
                      <a:solidFill>
                        <a:srgbClr val="32444F"/>
                      </a:solidFill>
                    </a:lnL>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6</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2 dropped parts</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115.485 s</a:t>
                      </a:r>
                    </a:p>
                  </a:txBody>
                  <a:tcPr marL="91440" marR="91440" marT="45720" marB="45720">
                    <a:lnR w="9525">
                      <a:solidFill>
                        <a:srgbClr val="32444F"/>
                      </a:solidFill>
                    </a:lnR>
                    <a:lnB w="9525">
                      <a:solidFill>
                        <a:srgbClr val="32444F"/>
                      </a:solidFill>
                    </a:lnB>
                    <a:solidFill>
                      <a:srgbClr val="10191F"/>
                    </a:solidFill>
                  </a:tcPr>
                </a:tc>
              </a:tr>
              <a:tr h="681038">
                <a:tc>
                  <a:txBody>
                    <a:bodyPr lIns="133350" tIns="133350" rIns="133350" bIns="133350"/>
                    <a:lstStyle/>
                    <a:p>
                      <a:r>
                        <a:rPr sz="1875" b="0">
                          <a:solidFill>
                            <a:srgbClr val="F3F4F1"/>
                          </a:solidFill>
                          <a:latin typeface="Arial"/>
                          <a:ea typeface="Arial"/>
                          <a:cs typeface="Arial"/>
                        </a:rPr>
                        <a:t>Blue part out of reach</a:t>
                      </a:r>
                    </a:p>
                  </a:txBody>
                  <a:tcPr marL="91440" marR="91440" marT="45720" marB="45720">
                    <a:lnL w="9525">
                      <a:solidFill>
                        <a:srgbClr val="32444F"/>
                      </a:solidFill>
                    </a:lnL>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0</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8 unreachable</a:t>
                      </a:r>
                    </a:p>
                  </a:txBody>
                  <a:tcPr marL="91440" marR="91440" marT="45720" marB="45720">
                    <a:lnR w="9525">
                      <a:solidFill>
                        <a:srgbClr val="32444F"/>
                      </a:solidFill>
                    </a:lnR>
                    <a:lnB w="9525">
                      <a:solidFill>
                        <a:srgbClr val="32444F"/>
                      </a:solidFill>
                    </a:lnB>
                    <a:solidFill>
                      <a:srgbClr val="10191F"/>
                    </a:solidFill>
                  </a:tcPr>
                </a:tc>
                <a:tc>
                  <a:txBody>
                    <a:bodyPr lIns="133350" tIns="133350" rIns="133350" bIns="133350"/>
                    <a:lstStyle/>
                    <a:p>
                      <a:r>
                        <a:rPr sz="1875" b="0">
                          <a:solidFill>
                            <a:srgbClr val="F3F4F1"/>
                          </a:solidFill>
                          <a:latin typeface="Arial"/>
                          <a:ea typeface="Arial"/>
                          <a:cs typeface="Arial"/>
                        </a:rPr>
                        <a:t>9.786 s</a:t>
                      </a:r>
                    </a:p>
                  </a:txBody>
                  <a:tcPr marL="91440" marR="91440" marT="45720" marB="45720">
                    <a:lnR w="9525">
                      <a:solidFill>
                        <a:srgbClr val="32444F"/>
                      </a:solidFill>
                    </a:lnR>
                    <a:lnB w="9525">
                      <a:solidFill>
                        <a:srgbClr val="32444F"/>
                      </a:solidFill>
                    </a:lnB>
                    <a:solidFill>
                      <a:srgbClr val="10191F"/>
                    </a:solidFill>
                  </a:tcPr>
                </a:tc>
              </a:tr>
            </a:tbl>
          </a:graphicData>
        </a:graphic>
      </p:graphicFrame>
      <p:sp>
        <p:nvSpPr>
          <p:cNvPr id="4" name="">
            <a:extLst xmlns:a="http://schemas.openxmlformats.org/drawingml/2006/main">
              <a:ext uri="{FF2B5EF4-FFF2-40B4-BE49-F238E27FC236}">
                <a16:creationId xmlns:a16="http://schemas.microsoft.com/office/drawing/2014/main" id="{CB07779E-49E8-4C41-BDB1-77D0A31A827A}"/>
              </a:ext>
            </a:extLst>
          </p:cNvPr>
          <p:cNvSpPr>
            <a:spLocks xmlns:a="http://schemas.openxmlformats.org/drawingml/2006/main" noGrp="1"/>
          </p:cNvSpPr>
          <p:nvPr/>
        </p:nvSpPr>
        <p:spPr>
          <a:xfrm xmlns:a="http://schemas.openxmlformats.org/drawingml/2006/main">
            <a:off x="647700" y="5029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80E3BD"/>
                </a:solidFill>
                <a:latin typeface="Arial"/>
                <a:ea typeface="Arial"/>
                <a:cs typeface="Arial"/>
              </a:defRPr>
            </a:defPPr>
            <a:lvl1pPr>
              <a:defRPr sz="2400" b="1">
                <a:solidFill>
                  <a:srgbClr val="80E3BD"/>
                </a:solidFill>
                <a:latin typeface="Arial"/>
                <a:ea typeface="Arial"/>
                <a:cs typeface="Arial"/>
              </a:defRPr>
            </a:lvl1pPr>
            <a:lvl2pPr>
              <a:defRPr sz="2400" b="1">
                <a:solidFill>
                  <a:srgbClr val="80E3BD"/>
                </a:solidFill>
                <a:latin typeface="Arial"/>
                <a:ea typeface="Arial"/>
                <a:cs typeface="Arial"/>
              </a:defRPr>
            </a:lvl2pPr>
            <a:lvl3pPr>
              <a:defRPr sz="2400" b="1">
                <a:solidFill>
                  <a:srgbClr val="80E3BD"/>
                </a:solidFill>
                <a:latin typeface="Arial"/>
                <a:ea typeface="Arial"/>
                <a:cs typeface="Arial"/>
              </a:defRPr>
            </a:lvl3pPr>
            <a:lvl4pPr>
              <a:defRPr sz="2400" b="1">
                <a:solidFill>
                  <a:srgbClr val="80E3BD"/>
                </a:solidFill>
                <a:latin typeface="Arial"/>
                <a:ea typeface="Arial"/>
                <a:cs typeface="Arial"/>
              </a:defRPr>
            </a:lvl4pPr>
            <a:lvl5pPr>
              <a:defRPr sz="2400" b="1">
                <a:solidFill>
                  <a:srgbClr val="80E3BD"/>
                </a:solidFill>
                <a:latin typeface="Arial"/>
                <a:ea typeface="Arial"/>
                <a:cs typeface="Arial"/>
              </a:defRPr>
            </a:lvl5pPr>
            <a:lvl6pPr>
              <a:defRPr sz="2400" b="1">
                <a:solidFill>
                  <a:srgbClr val="80E3BD"/>
                </a:solidFill>
                <a:latin typeface="Arial"/>
                <a:ea typeface="Arial"/>
                <a:cs typeface="Arial"/>
              </a:defRPr>
            </a:lvl6pPr>
            <a:lvl7pPr>
              <a:defRPr sz="2400" b="1">
                <a:solidFill>
                  <a:srgbClr val="80E3BD"/>
                </a:solidFill>
                <a:latin typeface="Arial"/>
                <a:ea typeface="Arial"/>
                <a:cs typeface="Arial"/>
              </a:defRPr>
            </a:lvl7pPr>
            <a:lvl8pPr>
              <a:defRPr sz="2400" b="1">
                <a:solidFill>
                  <a:srgbClr val="80E3BD"/>
                </a:solidFill>
                <a:latin typeface="Arial"/>
                <a:ea typeface="Arial"/>
                <a:cs typeface="Arial"/>
              </a:defRPr>
            </a:lvl8pPr>
            <a:lvl9pPr>
              <a:defRPr sz="2400" b="1">
                <a:solidFill>
                  <a:srgbClr val="80E3BD"/>
                </a:solidFill>
                <a:latin typeface="Arial"/>
                <a:ea typeface="Arial"/>
                <a:cs typeface="Arial"/>
              </a:defRPr>
            </a:lvl9pPr>
          </a:lstStyle>
          <a:p xmlns:a="http://schemas.openxmlformats.org/drawingml/2006/main">
            <a:pPr>
              <a:defRPr sz="2400" b="1">
                <a:solidFill>
                  <a:srgbClr val="80E3BD"/>
                </a:solidFill>
                <a:latin typeface="Arial"/>
                <a:ea typeface="Arial"/>
                <a:cs typeface="Arial"/>
              </a:defRPr>
            </a:pPr>
            <a:r>
              <a:rPr sz="2400" b="1">
                <a:solidFill>
                  <a:srgbClr val="80E3BD"/>
                </a:solidFill>
                <a:latin typeface="Arial"/>
                <a:ea typeface="Arial"/>
                <a:cs typeface="Arial"/>
              </a:rPr>
              <a:t>24 candidates tested. 12 passed simulation. 12 rejected.</a:t>
            </a:r>
          </a:p>
        </p:txBody>
      </p:sp>
      <p:sp>
        <p:nvSpPr>
          <p:cNvPr id="5" name="">
            <a:extLst xmlns:a="http://schemas.openxmlformats.org/drawingml/2006/main">
              <a:ext uri="{FF2B5EF4-FFF2-40B4-BE49-F238E27FC236}">
                <a16:creationId xmlns:a16="http://schemas.microsoft.com/office/drawing/2014/main" id="{869B7165-3BFB-4DA6-A665-43F84326D5C1}"/>
              </a:ext>
            </a:extLst>
          </p:cNvPr>
          <p:cNvSpPr>
            <a:spLocks xmlns:a="http://schemas.openxmlformats.org/drawingml/2006/main" noGrp="1"/>
          </p:cNvSpPr>
          <p:nvPr/>
        </p:nvSpPr>
        <p:spPr>
          <a:xfrm xmlns:a="http://schemas.openxmlformats.org/drawingml/2006/main">
            <a:off x="647700" y="58102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AB7BC"/>
                </a:solidFill>
                <a:latin typeface="Arial"/>
                <a:ea typeface="Arial"/>
                <a:cs typeface="Arial"/>
              </a:defRPr>
            </a:defPPr>
            <a:lvl1pPr>
              <a:defRPr sz="1575" b="0">
                <a:solidFill>
                  <a:srgbClr val="AAB7BC"/>
                </a:solidFill>
                <a:latin typeface="Arial"/>
                <a:ea typeface="Arial"/>
                <a:cs typeface="Arial"/>
              </a:defRPr>
            </a:lvl1pPr>
            <a:lvl2pPr>
              <a:defRPr sz="1575" b="0">
                <a:solidFill>
                  <a:srgbClr val="AAB7BC"/>
                </a:solidFill>
                <a:latin typeface="Arial"/>
                <a:ea typeface="Arial"/>
                <a:cs typeface="Arial"/>
              </a:defRPr>
            </a:lvl2pPr>
            <a:lvl3pPr>
              <a:defRPr sz="1575" b="0">
                <a:solidFill>
                  <a:srgbClr val="AAB7BC"/>
                </a:solidFill>
                <a:latin typeface="Arial"/>
                <a:ea typeface="Arial"/>
                <a:cs typeface="Arial"/>
              </a:defRPr>
            </a:lvl3pPr>
            <a:lvl4pPr>
              <a:defRPr sz="1575" b="0">
                <a:solidFill>
                  <a:srgbClr val="AAB7BC"/>
                </a:solidFill>
                <a:latin typeface="Arial"/>
                <a:ea typeface="Arial"/>
                <a:cs typeface="Arial"/>
              </a:defRPr>
            </a:lvl4pPr>
            <a:lvl5pPr>
              <a:defRPr sz="1575" b="0">
                <a:solidFill>
                  <a:srgbClr val="AAB7BC"/>
                </a:solidFill>
                <a:latin typeface="Arial"/>
                <a:ea typeface="Arial"/>
                <a:cs typeface="Arial"/>
              </a:defRPr>
            </a:lvl5pPr>
            <a:lvl6pPr>
              <a:defRPr sz="1575" b="0">
                <a:solidFill>
                  <a:srgbClr val="AAB7BC"/>
                </a:solidFill>
                <a:latin typeface="Arial"/>
                <a:ea typeface="Arial"/>
                <a:cs typeface="Arial"/>
              </a:defRPr>
            </a:lvl6pPr>
            <a:lvl7pPr>
              <a:defRPr sz="1575" b="0">
                <a:solidFill>
                  <a:srgbClr val="AAB7BC"/>
                </a:solidFill>
                <a:latin typeface="Arial"/>
                <a:ea typeface="Arial"/>
                <a:cs typeface="Arial"/>
              </a:defRPr>
            </a:lvl7pPr>
            <a:lvl8pPr>
              <a:defRPr sz="1575" b="0">
                <a:solidFill>
                  <a:srgbClr val="AAB7BC"/>
                </a:solidFill>
                <a:latin typeface="Arial"/>
                <a:ea typeface="Arial"/>
                <a:cs typeface="Arial"/>
              </a:defRPr>
            </a:lvl8pPr>
            <a:lvl9pPr>
              <a:defRPr sz="1575" b="0">
                <a:solidFill>
                  <a:srgbClr val="AAB7BC"/>
                </a:solidFill>
                <a:latin typeface="Arial"/>
                <a:ea typeface="Arial"/>
                <a:cs typeface="Arial"/>
              </a:defRPr>
            </a:lvl9pPr>
          </a:lstStyle>
          <a:p xmlns:a="http://schemas.openxmlformats.org/drawingml/2006/main">
            <a:pPr>
              <a:defRPr sz="1575" b="0">
                <a:solidFill>
                  <a:srgbClr val="AAB7BC"/>
                </a:solidFill>
                <a:latin typeface="Arial"/>
                <a:ea typeface="Arial"/>
                <a:cs typeface="Arial"/>
              </a:defRPr>
            </a:pPr>
            <a:r>
              <a:rPr sz="1575" b="0">
                <a:solidFill>
                  <a:srgbClr val="AAB7BC"/>
                </a:solidFill>
                <a:latin typeface="Arial"/>
                <a:ea typeface="Arial"/>
                <a:cs typeface="Arial"/>
              </a:rPr>
              <a:t>Single runs, October 16, 2026. Client wall times include service delays.</a:t>
            </a:r>
          </a:p>
          <a:p xmlns:a="http://schemas.openxmlformats.org/drawingml/2006/main">
            <a:pPr>
              <a:defRPr sz="1575" b="0">
                <a:solidFill>
                  <a:srgbClr val="AAB7BC"/>
                </a:solidFill>
                <a:latin typeface="Arial"/>
                <a:ea typeface="Arial"/>
                <a:cs typeface="Arial"/>
              </a:defRPr>
            </a:pPr>
            <a:r>
              <a:rPr sz="1575" b="0">
                <a:solidFill>
                  <a:srgbClr val="AAB7BC"/>
                </a:solidFill>
                <a:latin typeface="Arial"/>
                <a:ea typeface="Arial"/>
                <a:cs typeface="Arial"/>
              </a:rPr>
              <a:t>Simulation ran locally on macOS. Sorting vision check took 97.555 s.</a:t>
            </a:r>
          </a:p>
        </p:txBody>
      </p:sp>
    </p:spTree>
    <p:extLst>
      <p:ext uri="{BB962C8B-B14F-4D97-AF65-F5344CB8AC3E}">
        <p14:creationId xmlns:p14="http://schemas.microsoft.com/office/powerpoint/2010/main" val="948188520"/>
      </p:ext>
    </p:extLst>
  </p:cSld>
</p:sld>
</file>

<file path=ppt/slides/slide6.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82BF94-24CB-478A-B6AE-7DD8DB4FFDBA}"/>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Camera uncertainty requires human review</a:t>
            </a:r>
          </a:p>
        </p:txBody>
      </p:sp>
      <p:sp>
        <p:nvSpPr>
          <p:cNvPr id="2" name="">
            <a:extLst xmlns:a="http://schemas.openxmlformats.org/drawingml/2006/main">
              <a:ext uri="{FF2B5EF4-FFF2-40B4-BE49-F238E27FC236}">
                <a16:creationId xmlns:a16="http://schemas.microsoft.com/office/drawing/2014/main" id="{E20E4885-977D-4500-925E-04D5FD6CE504}"/>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83D566EE-02BB-4F64-9235-0D26C95BFF0A}"/>
              </a:ext>
            </a:extLst>
          </p:cNvPr>
          <p:cNvPicPr>
            <a:picLocks xmlns:a="http://schemas.openxmlformats.org/drawingml/2006/main" noChangeAspect="1"/>
          </p:cNvPicPr>
          <p:nvPr/>
        </p:nvPicPr>
        <p:blipFill>
          <a:blip xmlns:r="http://schemas.openxmlformats.org/officeDocument/2006/relationships" xmlns:a="http://schemas.openxmlformats.org/drawingml/2006/main" r:embed="R8209eacd76fe4130"/>
          <a:stretch xmlns:a="http://schemas.openxmlformats.org/drawingml/2006/main"/>
        </p:blipFill>
        <p:spPr>
          <a:xfrm xmlns:a="http://schemas.openxmlformats.org/drawingml/2006/main">
            <a:off x="609600" y="1676400"/>
            <a:ext cx="5334000"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655054-B38D-4FB5-871C-6771539A052E}"/>
              </a:ext>
            </a:extLst>
          </p:cNvPr>
          <p:cNvSpPr>
            <a:spLocks xmlns:a="http://schemas.openxmlformats.org/drawingml/2006/main" noGrp="1"/>
          </p:cNvSpPr>
          <p:nvPr/>
        </p:nvSpPr>
        <p:spPr>
          <a:xfrm xmlns:a="http://schemas.openxmlformats.org/drawingml/2006/main">
            <a:off x="6477000" y="18764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80E3BD"/>
                </a:solidFill>
                <a:latin typeface="Arial"/>
                <a:ea typeface="Arial"/>
                <a:cs typeface="Arial"/>
              </a:defRPr>
            </a:defPPr>
            <a:lvl1pPr>
              <a:defRPr sz="2325" b="1">
                <a:solidFill>
                  <a:srgbClr val="80E3BD"/>
                </a:solidFill>
                <a:latin typeface="Arial"/>
                <a:ea typeface="Arial"/>
                <a:cs typeface="Arial"/>
              </a:defRPr>
            </a:lvl1pPr>
            <a:lvl2pPr>
              <a:defRPr sz="2325" b="1">
                <a:solidFill>
                  <a:srgbClr val="80E3BD"/>
                </a:solidFill>
                <a:latin typeface="Arial"/>
                <a:ea typeface="Arial"/>
                <a:cs typeface="Arial"/>
              </a:defRPr>
            </a:lvl2pPr>
            <a:lvl3pPr>
              <a:defRPr sz="2325" b="1">
                <a:solidFill>
                  <a:srgbClr val="80E3BD"/>
                </a:solidFill>
                <a:latin typeface="Arial"/>
                <a:ea typeface="Arial"/>
                <a:cs typeface="Arial"/>
              </a:defRPr>
            </a:lvl3pPr>
            <a:lvl4pPr>
              <a:defRPr sz="2325" b="1">
                <a:solidFill>
                  <a:srgbClr val="80E3BD"/>
                </a:solidFill>
                <a:latin typeface="Arial"/>
                <a:ea typeface="Arial"/>
                <a:cs typeface="Arial"/>
              </a:defRPr>
            </a:lvl4pPr>
            <a:lvl5pPr>
              <a:defRPr sz="2325" b="1">
                <a:solidFill>
                  <a:srgbClr val="80E3BD"/>
                </a:solidFill>
                <a:latin typeface="Arial"/>
                <a:ea typeface="Arial"/>
                <a:cs typeface="Arial"/>
              </a:defRPr>
            </a:lvl5pPr>
            <a:lvl6pPr>
              <a:defRPr sz="2325" b="1">
                <a:solidFill>
                  <a:srgbClr val="80E3BD"/>
                </a:solidFill>
                <a:latin typeface="Arial"/>
                <a:ea typeface="Arial"/>
                <a:cs typeface="Arial"/>
              </a:defRPr>
            </a:lvl6pPr>
            <a:lvl7pPr>
              <a:defRPr sz="2325" b="1">
                <a:solidFill>
                  <a:srgbClr val="80E3BD"/>
                </a:solidFill>
                <a:latin typeface="Arial"/>
                <a:ea typeface="Arial"/>
                <a:cs typeface="Arial"/>
              </a:defRPr>
            </a:lvl7pPr>
            <a:lvl8pPr>
              <a:defRPr sz="2325" b="1">
                <a:solidFill>
                  <a:srgbClr val="80E3BD"/>
                </a:solidFill>
                <a:latin typeface="Arial"/>
                <a:ea typeface="Arial"/>
                <a:cs typeface="Arial"/>
              </a:defRPr>
            </a:lvl8pPr>
            <a:lvl9pPr>
              <a:defRPr sz="2325" b="1">
                <a:solidFill>
                  <a:srgbClr val="80E3BD"/>
                </a:solidFill>
                <a:latin typeface="Arial"/>
                <a:ea typeface="Arial"/>
                <a:cs typeface="Arial"/>
              </a:defRPr>
            </a:lvl9pPr>
          </a:lstStyle>
          <a:p xmlns:a="http://schemas.openxmlformats.org/drawingml/2006/main">
            <a:pPr>
              <a:defRPr sz="2325" b="1">
                <a:solidFill>
                  <a:srgbClr val="80E3BD"/>
                </a:solidFill>
                <a:latin typeface="Arial"/>
                <a:ea typeface="Arial"/>
                <a:cs typeface="Arial"/>
              </a:defRPr>
            </a:pPr>
            <a:r>
              <a:rPr sz="2325" b="1">
                <a:solidFill>
                  <a:srgbClr val="80E3BD"/>
                </a:solidFill>
                <a:latin typeface="Arial"/>
                <a:ea typeface="Arial"/>
                <a:cs typeface="Arial"/>
              </a:rPr>
              <a:t>Geometry: placement passed</a:t>
            </a:r>
          </a:p>
        </p:txBody>
      </p:sp>
      <p:sp>
        <p:nvSpPr>
          <p:cNvPr id="5" name="">
            <a:extLst xmlns:a="http://schemas.openxmlformats.org/drawingml/2006/main">
              <a:ext uri="{FF2B5EF4-FFF2-40B4-BE49-F238E27FC236}">
                <a16:creationId xmlns:a16="http://schemas.microsoft.com/office/drawing/2014/main" id="{6F2D4CD9-0032-4D83-B9F8-D3CBCF5BFA95}"/>
              </a:ext>
            </a:extLst>
          </p:cNvPr>
          <p:cNvSpPr>
            <a:spLocks xmlns:a="http://schemas.openxmlformats.org/drawingml/2006/main" noGrp="1"/>
          </p:cNvSpPr>
          <p:nvPr/>
        </p:nvSpPr>
        <p:spPr>
          <a:xfrm xmlns:a="http://schemas.openxmlformats.org/drawingml/2006/main">
            <a:off x="6477000" y="27908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FC76D"/>
                </a:solidFill>
                <a:latin typeface="Arial"/>
                <a:ea typeface="Arial"/>
                <a:cs typeface="Arial"/>
              </a:defRPr>
            </a:defPPr>
            <a:lvl1pPr>
              <a:defRPr sz="2325" b="1">
                <a:solidFill>
                  <a:srgbClr val="FFC76D"/>
                </a:solidFill>
                <a:latin typeface="Arial"/>
                <a:ea typeface="Arial"/>
                <a:cs typeface="Arial"/>
              </a:defRPr>
            </a:lvl1pPr>
            <a:lvl2pPr>
              <a:defRPr sz="2325" b="1">
                <a:solidFill>
                  <a:srgbClr val="FFC76D"/>
                </a:solidFill>
                <a:latin typeface="Arial"/>
                <a:ea typeface="Arial"/>
                <a:cs typeface="Arial"/>
              </a:defRPr>
            </a:lvl2pPr>
            <a:lvl3pPr>
              <a:defRPr sz="2325" b="1">
                <a:solidFill>
                  <a:srgbClr val="FFC76D"/>
                </a:solidFill>
                <a:latin typeface="Arial"/>
                <a:ea typeface="Arial"/>
                <a:cs typeface="Arial"/>
              </a:defRPr>
            </a:lvl3pPr>
            <a:lvl4pPr>
              <a:defRPr sz="2325" b="1">
                <a:solidFill>
                  <a:srgbClr val="FFC76D"/>
                </a:solidFill>
                <a:latin typeface="Arial"/>
                <a:ea typeface="Arial"/>
                <a:cs typeface="Arial"/>
              </a:defRPr>
            </a:lvl4pPr>
            <a:lvl5pPr>
              <a:defRPr sz="2325" b="1">
                <a:solidFill>
                  <a:srgbClr val="FFC76D"/>
                </a:solidFill>
                <a:latin typeface="Arial"/>
                <a:ea typeface="Arial"/>
                <a:cs typeface="Arial"/>
              </a:defRPr>
            </a:lvl5pPr>
            <a:lvl6pPr>
              <a:defRPr sz="2325" b="1">
                <a:solidFill>
                  <a:srgbClr val="FFC76D"/>
                </a:solidFill>
                <a:latin typeface="Arial"/>
                <a:ea typeface="Arial"/>
                <a:cs typeface="Arial"/>
              </a:defRPr>
            </a:lvl6pPr>
            <a:lvl7pPr>
              <a:defRPr sz="2325" b="1">
                <a:solidFill>
                  <a:srgbClr val="FFC76D"/>
                </a:solidFill>
                <a:latin typeface="Arial"/>
                <a:ea typeface="Arial"/>
                <a:cs typeface="Arial"/>
              </a:defRPr>
            </a:lvl7pPr>
            <a:lvl8pPr>
              <a:defRPr sz="2325" b="1">
                <a:solidFill>
                  <a:srgbClr val="FFC76D"/>
                </a:solidFill>
                <a:latin typeface="Arial"/>
                <a:ea typeface="Arial"/>
                <a:cs typeface="Arial"/>
              </a:defRPr>
            </a:lvl8pPr>
            <a:lvl9pPr>
              <a:defRPr sz="2325" b="1">
                <a:solidFill>
                  <a:srgbClr val="FFC76D"/>
                </a:solidFill>
                <a:latin typeface="Arial"/>
                <a:ea typeface="Arial"/>
                <a:cs typeface="Arial"/>
              </a:defRPr>
            </a:lvl9pPr>
          </a:lstStyle>
          <a:p xmlns:a="http://schemas.openxmlformats.org/drawingml/2006/main">
            <a:pPr>
              <a:defRPr sz="2325" b="1">
                <a:solidFill>
                  <a:srgbClr val="FFC76D"/>
                </a:solidFill>
                <a:latin typeface="Arial"/>
                <a:ea typeface="Arial"/>
                <a:cs typeface="Arial"/>
              </a:defRPr>
            </a:pPr>
            <a:r>
              <a:rPr sz="2325" b="1">
                <a:solidFill>
                  <a:srgbClr val="FFC76D"/>
                </a:solidFill>
                <a:latin typeface="Arial"/>
                <a:ea typeface="Arial"/>
                <a:cs typeface="Arial"/>
              </a:rPr>
              <a:t>Camera model: “no”</a:t>
            </a:r>
          </a:p>
        </p:txBody>
      </p:sp>
      <p:sp>
        <p:nvSpPr>
          <p:cNvPr id="6" name="">
            <a:extLst xmlns:a="http://schemas.openxmlformats.org/drawingml/2006/main">
              <a:ext uri="{FF2B5EF4-FFF2-40B4-BE49-F238E27FC236}">
                <a16:creationId xmlns:a16="http://schemas.microsoft.com/office/drawing/2014/main" id="{DD5BF0CE-7AC4-4BBF-8566-E5C5147CE7BB}"/>
              </a:ext>
            </a:extLst>
          </p:cNvPr>
          <p:cNvSpPr>
            <a:spLocks xmlns:a="http://schemas.openxmlformats.org/drawingml/2006/main" noGrp="1"/>
          </p:cNvSpPr>
          <p:nvPr/>
        </p:nvSpPr>
        <p:spPr>
          <a:xfrm xmlns:a="http://schemas.openxmlformats.org/drawingml/2006/main">
            <a:off x="6477000" y="3714750"/>
            <a:ext cx="4953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3F4F1"/>
                </a:solidFill>
                <a:latin typeface="Arial"/>
                <a:ea typeface="Arial"/>
                <a:cs typeface="Arial"/>
              </a:defRPr>
            </a:defPPr>
            <a:lvl1pPr>
              <a:defRPr sz="2250" b="0">
                <a:solidFill>
                  <a:srgbClr val="F3F4F1"/>
                </a:solidFill>
                <a:latin typeface="Arial"/>
                <a:ea typeface="Arial"/>
                <a:cs typeface="Arial"/>
              </a:defRPr>
            </a:lvl1pPr>
            <a:lvl2pPr>
              <a:defRPr sz="2250" b="0">
                <a:solidFill>
                  <a:srgbClr val="F3F4F1"/>
                </a:solidFill>
                <a:latin typeface="Arial"/>
                <a:ea typeface="Arial"/>
                <a:cs typeface="Arial"/>
              </a:defRPr>
            </a:lvl2pPr>
            <a:lvl3pPr>
              <a:defRPr sz="2250" b="0">
                <a:solidFill>
                  <a:srgbClr val="F3F4F1"/>
                </a:solidFill>
                <a:latin typeface="Arial"/>
                <a:ea typeface="Arial"/>
                <a:cs typeface="Arial"/>
              </a:defRPr>
            </a:lvl3pPr>
            <a:lvl4pPr>
              <a:defRPr sz="2250" b="0">
                <a:solidFill>
                  <a:srgbClr val="F3F4F1"/>
                </a:solidFill>
                <a:latin typeface="Arial"/>
                <a:ea typeface="Arial"/>
                <a:cs typeface="Arial"/>
              </a:defRPr>
            </a:lvl4pPr>
            <a:lvl5pPr>
              <a:defRPr sz="2250" b="0">
                <a:solidFill>
                  <a:srgbClr val="F3F4F1"/>
                </a:solidFill>
                <a:latin typeface="Arial"/>
                <a:ea typeface="Arial"/>
                <a:cs typeface="Arial"/>
              </a:defRPr>
            </a:lvl5pPr>
            <a:lvl6pPr>
              <a:defRPr sz="2250" b="0">
                <a:solidFill>
                  <a:srgbClr val="F3F4F1"/>
                </a:solidFill>
                <a:latin typeface="Arial"/>
                <a:ea typeface="Arial"/>
                <a:cs typeface="Arial"/>
              </a:defRPr>
            </a:lvl6pPr>
            <a:lvl7pPr>
              <a:defRPr sz="2250" b="0">
                <a:solidFill>
                  <a:srgbClr val="F3F4F1"/>
                </a:solidFill>
                <a:latin typeface="Arial"/>
                <a:ea typeface="Arial"/>
                <a:cs typeface="Arial"/>
              </a:defRPr>
            </a:lvl7pPr>
            <a:lvl8pPr>
              <a:defRPr sz="2250" b="0">
                <a:solidFill>
                  <a:srgbClr val="F3F4F1"/>
                </a:solidFill>
                <a:latin typeface="Arial"/>
                <a:ea typeface="Arial"/>
                <a:cs typeface="Arial"/>
              </a:defRPr>
            </a:lvl8pPr>
            <a:lvl9pPr>
              <a:defRPr sz="2250" b="0">
                <a:solidFill>
                  <a:srgbClr val="F3F4F1"/>
                </a:solidFill>
                <a:latin typeface="Arial"/>
                <a:ea typeface="Arial"/>
                <a:cs typeface="Arial"/>
              </a:defRPr>
            </a:lvl9pPr>
          </a:lstStyle>
          <a:p xmlns:a="http://schemas.openxmlformats.org/drawingml/2006/main">
            <a:pPr>
              <a:defRPr sz="2250" b="0">
                <a:solidFill>
                  <a:srgbClr val="F3F4F1"/>
                </a:solidFill>
                <a:latin typeface="Arial"/>
                <a:ea typeface="Arial"/>
                <a:cs typeface="Arial"/>
              </a:defRPr>
            </a:pPr>
            <a:r>
              <a:rPr sz="2250" b="0">
                <a:solidFill>
                  <a:srgbClr val="F3F4F1"/>
                </a:solidFill>
                <a:latin typeface="Arial"/>
                <a:ea typeface="Arial"/>
                <a:cs typeface="Arial"/>
              </a:rPr>
              <a:t>The arm obscures the part.</a:t>
            </a:r>
          </a:p>
          <a:p xmlns:a="http://schemas.openxmlformats.org/drawingml/2006/main">
            <a:pPr>
              <a:defRPr sz="2250" b="0">
                <a:solidFill>
                  <a:srgbClr val="F3F4F1"/>
                </a:solidFill>
                <a:latin typeface="Arial"/>
                <a:ea typeface="Arial"/>
                <a:cs typeface="Arial"/>
              </a:defRPr>
            </a:pPr>
            <a:r>
              <a:rPr sz="2250" b="0">
                <a:solidFill>
                  <a:srgbClr val="F3F4F1"/>
                </a:solidFill>
                <a:latin typeface="Arial"/>
                <a:ea typeface="Arial"/>
                <a:cs typeface="Arial"/>
              </a:rPr>
              <a:t>Both successful live tasks</a:t>
            </a:r>
          </a:p>
          <a:p xmlns:a="http://schemas.openxmlformats.org/drawingml/2006/main">
            <a:pPr>
              <a:defRPr sz="2250" b="0">
                <a:solidFill>
                  <a:srgbClr val="F3F4F1"/>
                </a:solidFill>
                <a:latin typeface="Arial"/>
                <a:ea typeface="Arial"/>
                <a:cs typeface="Arial"/>
              </a:defRPr>
            </a:pPr>
            <a:r>
              <a:rPr sz="2250" b="0">
                <a:solidFill>
                  <a:srgbClr val="F3F4F1"/>
                </a:solidFill>
                <a:latin typeface="Arial"/>
                <a:ea typeface="Arial"/>
                <a:cs typeface="Arial"/>
              </a:rPr>
              <a:t>required human review.</a:t>
            </a:r>
          </a:p>
        </p:txBody>
      </p:sp>
      <p:sp>
        <p:nvSpPr>
          <p:cNvPr id="7" name="">
            <a:extLst xmlns:a="http://schemas.openxmlformats.org/drawingml/2006/main">
              <a:ext uri="{FF2B5EF4-FFF2-40B4-BE49-F238E27FC236}">
                <a16:creationId xmlns:a16="http://schemas.microsoft.com/office/drawing/2014/main" id="{3F301121-0367-4D9B-8CC9-FCD5306D7BAE}"/>
              </a:ext>
            </a:extLst>
          </p:cNvPr>
          <p:cNvSpPr>
            <a:spLocks xmlns:a="http://schemas.openxmlformats.org/drawingml/2006/main" noGrp="1"/>
          </p:cNvSpPr>
          <p:nvPr/>
        </p:nvSpPr>
        <p:spPr>
          <a:xfrm xmlns:a="http://schemas.openxmlformats.org/drawingml/2006/main">
            <a:off x="6477000" y="5334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AB7BC"/>
                </a:solidFill>
                <a:latin typeface="Arial"/>
                <a:ea typeface="Arial"/>
                <a:cs typeface="Arial"/>
              </a:defRPr>
            </a:defPPr>
            <a:lvl1pPr>
              <a:defRPr sz="1800" b="0">
                <a:solidFill>
                  <a:srgbClr val="AAB7BC"/>
                </a:solidFill>
                <a:latin typeface="Arial"/>
                <a:ea typeface="Arial"/>
                <a:cs typeface="Arial"/>
              </a:defRPr>
            </a:lvl1pPr>
            <a:lvl2pPr>
              <a:defRPr sz="1800" b="0">
                <a:solidFill>
                  <a:srgbClr val="AAB7BC"/>
                </a:solidFill>
                <a:latin typeface="Arial"/>
                <a:ea typeface="Arial"/>
                <a:cs typeface="Arial"/>
              </a:defRPr>
            </a:lvl2pPr>
            <a:lvl3pPr>
              <a:defRPr sz="1800" b="0">
                <a:solidFill>
                  <a:srgbClr val="AAB7BC"/>
                </a:solidFill>
                <a:latin typeface="Arial"/>
                <a:ea typeface="Arial"/>
                <a:cs typeface="Arial"/>
              </a:defRPr>
            </a:lvl3pPr>
            <a:lvl4pPr>
              <a:defRPr sz="1800" b="0">
                <a:solidFill>
                  <a:srgbClr val="AAB7BC"/>
                </a:solidFill>
                <a:latin typeface="Arial"/>
                <a:ea typeface="Arial"/>
                <a:cs typeface="Arial"/>
              </a:defRPr>
            </a:lvl4pPr>
            <a:lvl5pPr>
              <a:defRPr sz="1800" b="0">
                <a:solidFill>
                  <a:srgbClr val="AAB7BC"/>
                </a:solidFill>
                <a:latin typeface="Arial"/>
                <a:ea typeface="Arial"/>
                <a:cs typeface="Arial"/>
              </a:defRPr>
            </a:lvl5pPr>
            <a:lvl6pPr>
              <a:defRPr sz="1800" b="0">
                <a:solidFill>
                  <a:srgbClr val="AAB7BC"/>
                </a:solidFill>
                <a:latin typeface="Arial"/>
                <a:ea typeface="Arial"/>
                <a:cs typeface="Arial"/>
              </a:defRPr>
            </a:lvl6pPr>
            <a:lvl7pPr>
              <a:defRPr sz="1800" b="0">
                <a:solidFill>
                  <a:srgbClr val="AAB7BC"/>
                </a:solidFill>
                <a:latin typeface="Arial"/>
                <a:ea typeface="Arial"/>
                <a:cs typeface="Arial"/>
              </a:defRPr>
            </a:lvl7pPr>
            <a:lvl8pPr>
              <a:defRPr sz="1800" b="0">
                <a:solidFill>
                  <a:srgbClr val="AAB7BC"/>
                </a:solidFill>
                <a:latin typeface="Arial"/>
                <a:ea typeface="Arial"/>
                <a:cs typeface="Arial"/>
              </a:defRPr>
            </a:lvl8pPr>
            <a:lvl9pPr>
              <a:defRPr sz="1800" b="0">
                <a:solidFill>
                  <a:srgbClr val="AAB7BC"/>
                </a:solidFill>
                <a:latin typeface="Arial"/>
                <a:ea typeface="Arial"/>
                <a:cs typeface="Arial"/>
              </a:defRPr>
            </a:lvl9pPr>
          </a:lstStyle>
          <a:p xmlns:a="http://schemas.openxmlformats.org/drawingml/2006/main">
            <a:pPr>
              <a:defRPr sz="1800" b="0">
                <a:solidFill>
                  <a:srgbClr val="AAB7BC"/>
                </a:solidFill>
                <a:latin typeface="Arial"/>
                <a:ea typeface="Arial"/>
                <a:cs typeface="Arial"/>
              </a:defRPr>
            </a:pPr>
            <a:r>
              <a:rPr sz="1800" b="0">
                <a:solidFill>
                  <a:srgbClr val="AAB7BC"/>
                </a:solidFill>
                <a:latin typeface="Arial"/>
                <a:ea typeface="Arial"/>
                <a:cs typeface="Arial"/>
              </a:rPr>
              <a:t>The operator must inspect the evidence and acknowledge review before export.</a:t>
            </a:r>
          </a:p>
        </p:txBody>
      </p:sp>
    </p:spTree>
    <p:extLst>
      <p:ext uri="{BB962C8B-B14F-4D97-AF65-F5344CB8AC3E}">
        <p14:creationId xmlns:p14="http://schemas.microsoft.com/office/powerpoint/2010/main" val="880319525"/>
      </p:ext>
    </p:extLst>
  </p:cSld>
</p:sld>
</file>

<file path=ppt/slides/slide7.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FB9253-AAB3-4204-B8F7-752E321DC39C}"/>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AMD powers planning and image review</a:t>
            </a:r>
          </a:p>
        </p:txBody>
      </p:sp>
      <p:sp>
        <p:nvSpPr>
          <p:cNvPr id="2" name="">
            <a:extLst xmlns:a="http://schemas.openxmlformats.org/drawingml/2006/main">
              <a:ext uri="{FF2B5EF4-FFF2-40B4-BE49-F238E27FC236}">
                <a16:creationId xmlns:a16="http://schemas.microsoft.com/office/drawing/2014/main" id="{E6714336-3B83-4D36-B00F-459C679BFCE0}"/>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39618CA-ABC0-44DF-B449-237195B7BFD1}"/>
              </a:ext>
            </a:extLst>
          </p:cNvPr>
          <p:cNvSpPr>
            <a:spLocks xmlns:a="http://schemas.openxmlformats.org/drawingml/2006/main" noGrp="1"/>
          </p:cNvSpPr>
          <p:nvPr/>
        </p:nvSpPr>
        <p:spPr>
          <a:xfrm xmlns:a="http://schemas.openxmlformats.org/drawingml/2006/main">
            <a:off x="647700" y="1752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80E3BD"/>
                </a:solidFill>
                <a:latin typeface="Arial"/>
                <a:ea typeface="Arial"/>
                <a:cs typeface="Arial"/>
              </a:defRPr>
            </a:defPPr>
            <a:lvl1pPr>
              <a:defRPr sz="3225" b="1">
                <a:solidFill>
                  <a:srgbClr val="80E3BD"/>
                </a:solidFill>
                <a:latin typeface="Arial"/>
                <a:ea typeface="Arial"/>
                <a:cs typeface="Arial"/>
              </a:defRPr>
            </a:lvl1pPr>
            <a:lvl2pPr>
              <a:defRPr sz="3225" b="1">
                <a:solidFill>
                  <a:srgbClr val="80E3BD"/>
                </a:solidFill>
                <a:latin typeface="Arial"/>
                <a:ea typeface="Arial"/>
                <a:cs typeface="Arial"/>
              </a:defRPr>
            </a:lvl2pPr>
            <a:lvl3pPr>
              <a:defRPr sz="3225" b="1">
                <a:solidFill>
                  <a:srgbClr val="80E3BD"/>
                </a:solidFill>
                <a:latin typeface="Arial"/>
                <a:ea typeface="Arial"/>
                <a:cs typeface="Arial"/>
              </a:defRPr>
            </a:lvl3pPr>
            <a:lvl4pPr>
              <a:defRPr sz="3225" b="1">
                <a:solidFill>
                  <a:srgbClr val="80E3BD"/>
                </a:solidFill>
                <a:latin typeface="Arial"/>
                <a:ea typeface="Arial"/>
                <a:cs typeface="Arial"/>
              </a:defRPr>
            </a:lvl4pPr>
            <a:lvl5pPr>
              <a:defRPr sz="3225" b="1">
                <a:solidFill>
                  <a:srgbClr val="80E3BD"/>
                </a:solidFill>
                <a:latin typeface="Arial"/>
                <a:ea typeface="Arial"/>
                <a:cs typeface="Arial"/>
              </a:defRPr>
            </a:lvl5pPr>
            <a:lvl6pPr>
              <a:defRPr sz="3225" b="1">
                <a:solidFill>
                  <a:srgbClr val="80E3BD"/>
                </a:solidFill>
                <a:latin typeface="Arial"/>
                <a:ea typeface="Arial"/>
                <a:cs typeface="Arial"/>
              </a:defRPr>
            </a:lvl6pPr>
            <a:lvl7pPr>
              <a:defRPr sz="3225" b="1">
                <a:solidFill>
                  <a:srgbClr val="80E3BD"/>
                </a:solidFill>
                <a:latin typeface="Arial"/>
                <a:ea typeface="Arial"/>
                <a:cs typeface="Arial"/>
              </a:defRPr>
            </a:lvl7pPr>
            <a:lvl8pPr>
              <a:defRPr sz="3225" b="1">
                <a:solidFill>
                  <a:srgbClr val="80E3BD"/>
                </a:solidFill>
                <a:latin typeface="Arial"/>
                <a:ea typeface="Arial"/>
                <a:cs typeface="Arial"/>
              </a:defRPr>
            </a:lvl8pPr>
            <a:lvl9pPr>
              <a:defRPr sz="3225" b="1">
                <a:solidFill>
                  <a:srgbClr val="80E3BD"/>
                </a:solidFill>
                <a:latin typeface="Arial"/>
                <a:ea typeface="Arial"/>
                <a:cs typeface="Arial"/>
              </a:defRPr>
            </a:lvl9pPr>
          </a:lstStyle>
          <a:p xmlns:a="http://schemas.openxmlformats.org/drawingml/2006/main">
            <a:pPr>
              <a:defRPr sz="3225" b="1">
                <a:solidFill>
                  <a:srgbClr val="80E3BD"/>
                </a:solidFill>
                <a:latin typeface="Arial"/>
                <a:ea typeface="Arial"/>
                <a:cs typeface="Arial"/>
              </a:defRPr>
            </a:pPr>
            <a:r>
              <a:rPr sz="3225" b="1">
                <a:solidFill>
                  <a:srgbClr val="80E3BD"/>
                </a:solidFill>
                <a:latin typeface="Arial"/>
                <a:ea typeface="Arial"/>
                <a:cs typeface="Arial"/>
              </a:rPr>
              <a:t>AMD Token Factory</a:t>
            </a:r>
          </a:p>
        </p:txBody>
      </p:sp>
      <p:sp>
        <p:nvSpPr>
          <p:cNvPr id="4" name="">
            <a:extLst xmlns:a="http://schemas.openxmlformats.org/drawingml/2006/main">
              <a:ext uri="{FF2B5EF4-FFF2-40B4-BE49-F238E27FC236}">
                <a16:creationId xmlns:a16="http://schemas.microsoft.com/office/drawing/2014/main" id="{88D11903-3B28-485B-ACF6-E5F1F8CBF41E}"/>
              </a:ext>
            </a:extLst>
          </p:cNvPr>
          <p:cNvSpPr>
            <a:spLocks xmlns:a="http://schemas.openxmlformats.org/drawingml/2006/main" noGrp="1"/>
          </p:cNvSpPr>
          <p:nvPr/>
        </p:nvSpPr>
        <p:spPr>
          <a:xfrm xmlns:a="http://schemas.openxmlformats.org/drawingml/2006/main">
            <a:off x="647700" y="2667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F3F4F1"/>
                </a:solidFill>
                <a:latin typeface="Arial"/>
                <a:ea typeface="Arial"/>
                <a:cs typeface="Arial"/>
              </a:defRPr>
            </a:defPPr>
            <a:lvl1pPr>
              <a:defRPr sz="2400" b="0">
                <a:solidFill>
                  <a:srgbClr val="F3F4F1"/>
                </a:solidFill>
                <a:latin typeface="Arial"/>
                <a:ea typeface="Arial"/>
                <a:cs typeface="Arial"/>
              </a:defRPr>
            </a:lvl1pPr>
            <a:lvl2pPr>
              <a:defRPr sz="2400" b="0">
                <a:solidFill>
                  <a:srgbClr val="F3F4F1"/>
                </a:solidFill>
                <a:latin typeface="Arial"/>
                <a:ea typeface="Arial"/>
                <a:cs typeface="Arial"/>
              </a:defRPr>
            </a:lvl2pPr>
            <a:lvl3pPr>
              <a:defRPr sz="2400" b="0">
                <a:solidFill>
                  <a:srgbClr val="F3F4F1"/>
                </a:solidFill>
                <a:latin typeface="Arial"/>
                <a:ea typeface="Arial"/>
                <a:cs typeface="Arial"/>
              </a:defRPr>
            </a:lvl3pPr>
            <a:lvl4pPr>
              <a:defRPr sz="2400" b="0">
                <a:solidFill>
                  <a:srgbClr val="F3F4F1"/>
                </a:solidFill>
                <a:latin typeface="Arial"/>
                <a:ea typeface="Arial"/>
                <a:cs typeface="Arial"/>
              </a:defRPr>
            </a:lvl4pPr>
            <a:lvl5pPr>
              <a:defRPr sz="2400" b="0">
                <a:solidFill>
                  <a:srgbClr val="F3F4F1"/>
                </a:solidFill>
                <a:latin typeface="Arial"/>
                <a:ea typeface="Arial"/>
                <a:cs typeface="Arial"/>
              </a:defRPr>
            </a:lvl5pPr>
            <a:lvl6pPr>
              <a:defRPr sz="2400" b="0">
                <a:solidFill>
                  <a:srgbClr val="F3F4F1"/>
                </a:solidFill>
                <a:latin typeface="Arial"/>
                <a:ea typeface="Arial"/>
                <a:cs typeface="Arial"/>
              </a:defRPr>
            </a:lvl6pPr>
            <a:lvl7pPr>
              <a:defRPr sz="2400" b="0">
                <a:solidFill>
                  <a:srgbClr val="F3F4F1"/>
                </a:solidFill>
                <a:latin typeface="Arial"/>
                <a:ea typeface="Arial"/>
                <a:cs typeface="Arial"/>
              </a:defRPr>
            </a:lvl7pPr>
            <a:lvl8pPr>
              <a:defRPr sz="2400" b="0">
                <a:solidFill>
                  <a:srgbClr val="F3F4F1"/>
                </a:solidFill>
                <a:latin typeface="Arial"/>
                <a:ea typeface="Arial"/>
                <a:cs typeface="Arial"/>
              </a:defRPr>
            </a:lvl8pPr>
            <a:lvl9pPr>
              <a:defRPr sz="2400" b="0">
                <a:solidFill>
                  <a:srgbClr val="F3F4F1"/>
                </a:solidFill>
                <a:latin typeface="Arial"/>
                <a:ea typeface="Arial"/>
                <a:cs typeface="Arial"/>
              </a:defRPr>
            </a:lvl9pPr>
          </a:lstStyle>
          <a:p xmlns:a="http://schemas.openxmlformats.org/drawingml/2006/main">
            <a:pPr>
              <a:defRPr sz="2400" b="0">
                <a:solidFill>
                  <a:srgbClr val="F3F4F1"/>
                </a:solidFill>
                <a:latin typeface="Arial"/>
                <a:ea typeface="Arial"/>
                <a:cs typeface="Arial"/>
              </a:defRPr>
            </a:pPr>
            <a:r>
              <a:rPr sz="2400" b="0">
                <a:solidFill>
                  <a:srgbClr val="F3F4F1"/>
                </a:solidFill>
                <a:latin typeface="Arial"/>
                <a:ea typeface="Arial"/>
                <a:cs typeface="Arial"/>
              </a:rPr>
              <a:t>Planner: DeepSeek-V4-Flash</a:t>
            </a:r>
          </a:p>
          <a:p xmlns:a="http://schemas.openxmlformats.org/drawingml/2006/main">
            <a:pPr>
              <a:defRPr sz="2400" b="0">
                <a:solidFill>
                  <a:srgbClr val="F3F4F1"/>
                </a:solidFill>
                <a:latin typeface="Arial"/>
                <a:ea typeface="Arial"/>
                <a:cs typeface="Arial"/>
              </a:defRPr>
            </a:pPr>
            <a:r>
              <a:rPr sz="2400" b="0">
                <a:solidFill>
                  <a:srgbClr val="F3F4F1"/>
                </a:solidFill>
                <a:latin typeface="Arial"/>
                <a:ea typeface="Arial"/>
                <a:cs typeface="Arial"/>
              </a:rPr>
              <a:t>Image review: DeepSeek-V4.1-Flash</a:t>
            </a:r>
          </a:p>
        </p:txBody>
      </p:sp>
      <p:sp>
        <p:nvSpPr>
          <p:cNvPr id="5" name="">
            <a:extLst xmlns:a="http://schemas.openxmlformats.org/drawingml/2006/main">
              <a:ext uri="{FF2B5EF4-FFF2-40B4-BE49-F238E27FC236}">
                <a16:creationId xmlns:a16="http://schemas.microsoft.com/office/drawing/2014/main" id="{53E11E5E-4C4F-4AEA-9C06-2E5B3D70DEC3}"/>
              </a:ext>
            </a:extLst>
          </p:cNvPr>
          <p:cNvSpPr>
            <a:spLocks xmlns:a="http://schemas.openxmlformats.org/drawingml/2006/main" noGrp="1"/>
          </p:cNvSpPr>
          <p:nvPr/>
        </p:nvSpPr>
        <p:spPr>
          <a:xfrm xmlns:a="http://schemas.openxmlformats.org/drawingml/2006/main">
            <a:off x="647700" y="41433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F3F4F1"/>
                </a:solidFill>
                <a:latin typeface="Arial"/>
                <a:ea typeface="Arial"/>
                <a:cs typeface="Arial"/>
              </a:defRPr>
            </a:defPPr>
            <a:lvl1pPr>
              <a:defRPr sz="2475" b="1">
                <a:solidFill>
                  <a:srgbClr val="F3F4F1"/>
                </a:solidFill>
                <a:latin typeface="Arial"/>
                <a:ea typeface="Arial"/>
                <a:cs typeface="Arial"/>
              </a:defRPr>
            </a:lvl1pPr>
            <a:lvl2pPr>
              <a:defRPr sz="2475" b="1">
                <a:solidFill>
                  <a:srgbClr val="F3F4F1"/>
                </a:solidFill>
                <a:latin typeface="Arial"/>
                <a:ea typeface="Arial"/>
                <a:cs typeface="Arial"/>
              </a:defRPr>
            </a:lvl2pPr>
            <a:lvl3pPr>
              <a:defRPr sz="2475" b="1">
                <a:solidFill>
                  <a:srgbClr val="F3F4F1"/>
                </a:solidFill>
                <a:latin typeface="Arial"/>
                <a:ea typeface="Arial"/>
                <a:cs typeface="Arial"/>
              </a:defRPr>
            </a:lvl3pPr>
            <a:lvl4pPr>
              <a:defRPr sz="2475" b="1">
                <a:solidFill>
                  <a:srgbClr val="F3F4F1"/>
                </a:solidFill>
                <a:latin typeface="Arial"/>
                <a:ea typeface="Arial"/>
                <a:cs typeface="Arial"/>
              </a:defRPr>
            </a:lvl4pPr>
            <a:lvl5pPr>
              <a:defRPr sz="2475" b="1">
                <a:solidFill>
                  <a:srgbClr val="F3F4F1"/>
                </a:solidFill>
                <a:latin typeface="Arial"/>
                <a:ea typeface="Arial"/>
                <a:cs typeface="Arial"/>
              </a:defRPr>
            </a:lvl5pPr>
            <a:lvl6pPr>
              <a:defRPr sz="2475" b="1">
                <a:solidFill>
                  <a:srgbClr val="F3F4F1"/>
                </a:solidFill>
                <a:latin typeface="Arial"/>
                <a:ea typeface="Arial"/>
                <a:cs typeface="Arial"/>
              </a:defRPr>
            </a:lvl6pPr>
            <a:lvl7pPr>
              <a:defRPr sz="2475" b="1">
                <a:solidFill>
                  <a:srgbClr val="F3F4F1"/>
                </a:solidFill>
                <a:latin typeface="Arial"/>
                <a:ea typeface="Arial"/>
                <a:cs typeface="Arial"/>
              </a:defRPr>
            </a:lvl7pPr>
            <a:lvl8pPr>
              <a:defRPr sz="2475" b="1">
                <a:solidFill>
                  <a:srgbClr val="F3F4F1"/>
                </a:solidFill>
                <a:latin typeface="Arial"/>
                <a:ea typeface="Arial"/>
                <a:cs typeface="Arial"/>
              </a:defRPr>
            </a:lvl8pPr>
            <a:lvl9pPr>
              <a:defRPr sz="2475" b="1">
                <a:solidFill>
                  <a:srgbClr val="F3F4F1"/>
                </a:solidFill>
                <a:latin typeface="Arial"/>
                <a:ea typeface="Arial"/>
                <a:cs typeface="Arial"/>
              </a:defRPr>
            </a:lvl9pPr>
          </a:lstStyle>
          <a:p xmlns:a="http://schemas.openxmlformats.org/drawingml/2006/main">
            <a:pPr>
              <a:defRPr sz="2475" b="1">
                <a:solidFill>
                  <a:srgbClr val="F3F4F1"/>
                </a:solidFill>
                <a:latin typeface="Arial"/>
                <a:ea typeface="Arial"/>
                <a:cs typeface="Arial"/>
              </a:defRPr>
            </a:pPr>
            <a:r>
              <a:rPr sz="2475" b="1">
                <a:solidFill>
                  <a:srgbClr val="F3F4F1"/>
                </a:solidFill>
                <a:latin typeface="Arial"/>
                <a:ea typeface="Arial"/>
                <a:cs typeface="Arial"/>
              </a:rPr>
              <a:t>Local execution</a:t>
            </a:r>
          </a:p>
        </p:txBody>
      </p:sp>
      <p:sp>
        <p:nvSpPr>
          <p:cNvPr id="6" name="">
            <a:extLst xmlns:a="http://schemas.openxmlformats.org/drawingml/2006/main">
              <a:ext uri="{FF2B5EF4-FFF2-40B4-BE49-F238E27FC236}">
                <a16:creationId xmlns:a16="http://schemas.microsoft.com/office/drawing/2014/main" id="{B1981319-3562-4A4A-B2A2-64F57ED177F6}"/>
              </a:ext>
            </a:extLst>
          </p:cNvPr>
          <p:cNvSpPr>
            <a:spLocks xmlns:a="http://schemas.openxmlformats.org/drawingml/2006/main" noGrp="1"/>
          </p:cNvSpPr>
          <p:nvPr/>
        </p:nvSpPr>
        <p:spPr>
          <a:xfrm xmlns:a="http://schemas.openxmlformats.org/drawingml/2006/main">
            <a:off x="647700" y="476250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AAB7BC"/>
                </a:solidFill>
                <a:latin typeface="Arial"/>
                <a:ea typeface="Arial"/>
                <a:cs typeface="Arial"/>
              </a:defRPr>
            </a:defPPr>
            <a:lvl1pPr>
              <a:defRPr sz="2100" b="0">
                <a:solidFill>
                  <a:srgbClr val="AAB7BC"/>
                </a:solidFill>
                <a:latin typeface="Arial"/>
                <a:ea typeface="Arial"/>
                <a:cs typeface="Arial"/>
              </a:defRPr>
            </a:lvl1pPr>
            <a:lvl2pPr>
              <a:defRPr sz="2100" b="0">
                <a:solidFill>
                  <a:srgbClr val="AAB7BC"/>
                </a:solidFill>
                <a:latin typeface="Arial"/>
                <a:ea typeface="Arial"/>
                <a:cs typeface="Arial"/>
              </a:defRPr>
            </a:lvl2pPr>
            <a:lvl3pPr>
              <a:defRPr sz="2100" b="0">
                <a:solidFill>
                  <a:srgbClr val="AAB7BC"/>
                </a:solidFill>
                <a:latin typeface="Arial"/>
                <a:ea typeface="Arial"/>
                <a:cs typeface="Arial"/>
              </a:defRPr>
            </a:lvl3pPr>
            <a:lvl4pPr>
              <a:defRPr sz="2100" b="0">
                <a:solidFill>
                  <a:srgbClr val="AAB7BC"/>
                </a:solidFill>
                <a:latin typeface="Arial"/>
                <a:ea typeface="Arial"/>
                <a:cs typeface="Arial"/>
              </a:defRPr>
            </a:lvl4pPr>
            <a:lvl5pPr>
              <a:defRPr sz="2100" b="0">
                <a:solidFill>
                  <a:srgbClr val="AAB7BC"/>
                </a:solidFill>
                <a:latin typeface="Arial"/>
                <a:ea typeface="Arial"/>
                <a:cs typeface="Arial"/>
              </a:defRPr>
            </a:lvl5pPr>
            <a:lvl6pPr>
              <a:defRPr sz="2100" b="0">
                <a:solidFill>
                  <a:srgbClr val="AAB7BC"/>
                </a:solidFill>
                <a:latin typeface="Arial"/>
                <a:ea typeface="Arial"/>
                <a:cs typeface="Arial"/>
              </a:defRPr>
            </a:lvl6pPr>
            <a:lvl7pPr>
              <a:defRPr sz="2100" b="0">
                <a:solidFill>
                  <a:srgbClr val="AAB7BC"/>
                </a:solidFill>
                <a:latin typeface="Arial"/>
                <a:ea typeface="Arial"/>
                <a:cs typeface="Arial"/>
              </a:defRPr>
            </a:lvl7pPr>
            <a:lvl8pPr>
              <a:defRPr sz="2100" b="0">
                <a:solidFill>
                  <a:srgbClr val="AAB7BC"/>
                </a:solidFill>
                <a:latin typeface="Arial"/>
                <a:ea typeface="Arial"/>
                <a:cs typeface="Arial"/>
              </a:defRPr>
            </a:lvl8pPr>
            <a:lvl9pPr>
              <a:defRPr sz="2100" b="0">
                <a:solidFill>
                  <a:srgbClr val="AAB7BC"/>
                </a:solidFill>
                <a:latin typeface="Arial"/>
                <a:ea typeface="Arial"/>
                <a:cs typeface="Arial"/>
              </a:defRPr>
            </a:lvl9pPr>
          </a:lstStyle>
          <a:p xmlns:a="http://schemas.openxmlformats.org/drawingml/2006/main">
            <a:pPr>
              <a:defRPr sz="2100" b="0">
                <a:solidFill>
                  <a:srgbClr val="AAB7BC"/>
                </a:solidFill>
                <a:latin typeface="Arial"/>
                <a:ea typeface="Arial"/>
                <a:cs typeface="Arial"/>
              </a:defRPr>
            </a:pPr>
            <a:r>
              <a:rPr sz="2100" b="0">
                <a:solidFill>
                  <a:srgbClr val="AAB7BC"/>
                </a:solidFill>
                <a:latin typeface="Arial"/>
                <a:ea typeface="Arial"/>
                <a:cs typeface="Arial"/>
              </a:rPr>
              <a:t>MuJoCo physics, four simulation workers and a Gradio operator page</a:t>
            </a:r>
          </a:p>
        </p:txBody>
      </p:sp>
      <p:sp>
        <p:nvSpPr>
          <p:cNvPr id="7" name="">
            <a:extLst xmlns:a="http://schemas.openxmlformats.org/drawingml/2006/main">
              <a:ext uri="{FF2B5EF4-FFF2-40B4-BE49-F238E27FC236}">
                <a16:creationId xmlns:a16="http://schemas.microsoft.com/office/drawing/2014/main" id="{F1FB4A60-DE01-451E-91FC-661BC852C0CB}"/>
              </a:ext>
            </a:extLst>
          </p:cNvPr>
          <p:cNvSpPr>
            <a:spLocks xmlns:a="http://schemas.openxmlformats.org/drawingml/2006/main" noGrp="1"/>
          </p:cNvSpPr>
          <p:nvPr/>
        </p:nvSpPr>
        <p:spPr>
          <a:xfrm xmlns:a="http://schemas.openxmlformats.org/drawingml/2006/main">
            <a:off x="647700" y="5857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FFC76D"/>
                </a:solidFill>
                <a:latin typeface="Arial"/>
                <a:ea typeface="Arial"/>
                <a:cs typeface="Arial"/>
              </a:defRPr>
            </a:defPPr>
            <a:lvl1pPr>
              <a:defRPr sz="1800" b="0">
                <a:solidFill>
                  <a:srgbClr val="FFC76D"/>
                </a:solidFill>
                <a:latin typeface="Arial"/>
                <a:ea typeface="Arial"/>
                <a:cs typeface="Arial"/>
              </a:defRPr>
            </a:lvl1pPr>
            <a:lvl2pPr>
              <a:defRPr sz="1800" b="0">
                <a:solidFill>
                  <a:srgbClr val="FFC76D"/>
                </a:solidFill>
                <a:latin typeface="Arial"/>
                <a:ea typeface="Arial"/>
                <a:cs typeface="Arial"/>
              </a:defRPr>
            </a:lvl2pPr>
            <a:lvl3pPr>
              <a:defRPr sz="1800" b="0">
                <a:solidFill>
                  <a:srgbClr val="FFC76D"/>
                </a:solidFill>
                <a:latin typeface="Arial"/>
                <a:ea typeface="Arial"/>
                <a:cs typeface="Arial"/>
              </a:defRPr>
            </a:lvl3pPr>
            <a:lvl4pPr>
              <a:defRPr sz="1800" b="0">
                <a:solidFill>
                  <a:srgbClr val="FFC76D"/>
                </a:solidFill>
                <a:latin typeface="Arial"/>
                <a:ea typeface="Arial"/>
                <a:cs typeface="Arial"/>
              </a:defRPr>
            </a:lvl4pPr>
            <a:lvl5pPr>
              <a:defRPr sz="1800" b="0">
                <a:solidFill>
                  <a:srgbClr val="FFC76D"/>
                </a:solidFill>
                <a:latin typeface="Arial"/>
                <a:ea typeface="Arial"/>
                <a:cs typeface="Arial"/>
              </a:defRPr>
            </a:lvl5pPr>
            <a:lvl6pPr>
              <a:defRPr sz="1800" b="0">
                <a:solidFill>
                  <a:srgbClr val="FFC76D"/>
                </a:solidFill>
                <a:latin typeface="Arial"/>
                <a:ea typeface="Arial"/>
                <a:cs typeface="Arial"/>
              </a:defRPr>
            </a:lvl6pPr>
            <a:lvl7pPr>
              <a:defRPr sz="1800" b="0">
                <a:solidFill>
                  <a:srgbClr val="FFC76D"/>
                </a:solidFill>
                <a:latin typeface="Arial"/>
                <a:ea typeface="Arial"/>
                <a:cs typeface="Arial"/>
              </a:defRPr>
            </a:lvl7pPr>
            <a:lvl8pPr>
              <a:defRPr sz="1800" b="0">
                <a:solidFill>
                  <a:srgbClr val="FFC76D"/>
                </a:solidFill>
                <a:latin typeface="Arial"/>
                <a:ea typeface="Arial"/>
                <a:cs typeface="Arial"/>
              </a:defRPr>
            </a:lvl8pPr>
            <a:lvl9pPr>
              <a:defRPr sz="1800" b="0">
                <a:solidFill>
                  <a:srgbClr val="FFC76D"/>
                </a:solidFill>
                <a:latin typeface="Arial"/>
                <a:ea typeface="Arial"/>
                <a:cs typeface="Arial"/>
              </a:defRPr>
            </a:lvl9pPr>
          </a:lstStyle>
          <a:p xmlns:a="http://schemas.openxmlformats.org/drawingml/2006/main">
            <a:pPr>
              <a:defRPr sz="1800" b="0">
                <a:solidFill>
                  <a:srgbClr val="FFC76D"/>
                </a:solidFill>
                <a:latin typeface="Arial"/>
                <a:ea typeface="Arial"/>
                <a:cs typeface="Arial"/>
              </a:defRPr>
            </a:pPr>
            <a:r>
              <a:rPr sz="1800" b="0">
                <a:solidFill>
                  <a:srgbClr val="FFC76D"/>
                </a:solidFill>
                <a:latin typeface="Arial"/>
                <a:ea typeface="Arial"/>
                <a:cs typeface="Arial"/>
              </a:rPr>
              <a:t>The shared API does not report GPU SKU or ROCm version.</a:t>
            </a:r>
          </a:p>
        </p:txBody>
      </p:sp>
    </p:spTree>
    <p:extLst>
      <p:ext uri="{BB962C8B-B14F-4D97-AF65-F5344CB8AC3E}">
        <p14:creationId xmlns:p14="http://schemas.microsoft.com/office/powerpoint/2010/main" val="849038204"/>
      </p:ext>
    </p:extLst>
  </p:cSld>
</p:sld>
</file>

<file path=ppt/slides/slide8.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A70506-6F26-4895-9F9C-2CC1F3AEBA74}"/>
              </a:ext>
            </a:extLst>
          </p:cNvPr>
          <p:cNvSpPr>
            <a:spLocks xmlns:a="http://schemas.openxmlformats.org/drawingml/2006/main" noGrp="1"/>
          </p:cNvSpPr>
          <p:nvPr/>
        </p:nvSpPr>
        <p:spPr>
          <a:xfrm xmlns:a="http://schemas.openxmlformats.org/drawingml/2006/main">
            <a:off x="609600" y="495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3F4F1"/>
                </a:solidFill>
                <a:latin typeface="Arial"/>
                <a:ea typeface="Arial"/>
                <a:cs typeface="Arial"/>
              </a:defRPr>
            </a:defPPr>
            <a:lvl1pPr>
              <a:defRPr sz="3300" b="1">
                <a:solidFill>
                  <a:srgbClr val="F3F4F1"/>
                </a:solidFill>
                <a:latin typeface="Arial"/>
                <a:ea typeface="Arial"/>
                <a:cs typeface="Arial"/>
              </a:defRPr>
            </a:lvl1pPr>
            <a:lvl2pPr>
              <a:defRPr sz="3300" b="1">
                <a:solidFill>
                  <a:srgbClr val="F3F4F1"/>
                </a:solidFill>
                <a:latin typeface="Arial"/>
                <a:ea typeface="Arial"/>
                <a:cs typeface="Arial"/>
              </a:defRPr>
            </a:lvl2pPr>
            <a:lvl3pPr>
              <a:defRPr sz="3300" b="1">
                <a:solidFill>
                  <a:srgbClr val="F3F4F1"/>
                </a:solidFill>
                <a:latin typeface="Arial"/>
                <a:ea typeface="Arial"/>
                <a:cs typeface="Arial"/>
              </a:defRPr>
            </a:lvl3pPr>
            <a:lvl4pPr>
              <a:defRPr sz="3300" b="1">
                <a:solidFill>
                  <a:srgbClr val="F3F4F1"/>
                </a:solidFill>
                <a:latin typeface="Arial"/>
                <a:ea typeface="Arial"/>
                <a:cs typeface="Arial"/>
              </a:defRPr>
            </a:lvl4pPr>
            <a:lvl5pPr>
              <a:defRPr sz="3300" b="1">
                <a:solidFill>
                  <a:srgbClr val="F3F4F1"/>
                </a:solidFill>
                <a:latin typeface="Arial"/>
                <a:ea typeface="Arial"/>
                <a:cs typeface="Arial"/>
              </a:defRPr>
            </a:lvl5pPr>
            <a:lvl6pPr>
              <a:defRPr sz="3300" b="1">
                <a:solidFill>
                  <a:srgbClr val="F3F4F1"/>
                </a:solidFill>
                <a:latin typeface="Arial"/>
                <a:ea typeface="Arial"/>
                <a:cs typeface="Arial"/>
              </a:defRPr>
            </a:lvl6pPr>
            <a:lvl7pPr>
              <a:defRPr sz="3300" b="1">
                <a:solidFill>
                  <a:srgbClr val="F3F4F1"/>
                </a:solidFill>
                <a:latin typeface="Arial"/>
                <a:ea typeface="Arial"/>
                <a:cs typeface="Arial"/>
              </a:defRPr>
            </a:lvl7pPr>
            <a:lvl8pPr>
              <a:defRPr sz="3300" b="1">
                <a:solidFill>
                  <a:srgbClr val="F3F4F1"/>
                </a:solidFill>
                <a:latin typeface="Arial"/>
                <a:ea typeface="Arial"/>
                <a:cs typeface="Arial"/>
              </a:defRPr>
            </a:lvl8pPr>
            <a:lvl9pPr>
              <a:defRPr sz="3300" b="1">
                <a:solidFill>
                  <a:srgbClr val="F3F4F1"/>
                </a:solidFill>
                <a:latin typeface="Arial"/>
                <a:ea typeface="Arial"/>
                <a:cs typeface="Arial"/>
              </a:defRPr>
            </a:lvl9pPr>
          </a:lstStyle>
          <a:p xmlns:a="http://schemas.openxmlformats.org/drawingml/2006/main">
            <a:pPr>
              <a:defRPr sz="3300" b="1">
                <a:solidFill>
                  <a:srgbClr val="F3F4F1"/>
                </a:solidFill>
                <a:latin typeface="Arial"/>
                <a:ea typeface="Arial"/>
                <a:cs typeface="Arial"/>
              </a:defRPr>
            </a:pPr>
            <a:r>
              <a:rPr sz="3300" b="1">
                <a:solidFill>
                  <a:srgbClr val="F3F4F1"/>
                </a:solidFill>
                <a:latin typeface="Arial"/>
                <a:ea typeface="Arial"/>
                <a:cs typeface="Arial"/>
              </a:rPr>
              <a:t>Next step: a factory pilot</a:t>
            </a:r>
          </a:p>
        </p:txBody>
      </p:sp>
      <p:sp>
        <p:nvSpPr>
          <p:cNvPr id="2" name="">
            <a:extLst xmlns:a="http://schemas.openxmlformats.org/drawingml/2006/main">
              <a:ext uri="{FF2B5EF4-FFF2-40B4-BE49-F238E27FC236}">
                <a16:creationId xmlns:a16="http://schemas.microsoft.com/office/drawing/2014/main" id="{1012A79C-7E97-45EF-9F9C-743144D520E3}"/>
              </a:ext>
            </a:extLst>
          </p:cNvPr>
          <p:cNvSpPr>
            <a:spLocks xmlns:a="http://schemas.openxmlformats.org/drawingml/2006/main" noGrp="1"/>
          </p:cNvSpPr>
          <p:nvPr/>
        </p:nvSpPr>
        <p:spPr>
          <a:xfrm xmlns:a="http://schemas.openxmlformats.org/drawingml/2006/main">
            <a:off x="11049000" y="6315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AB7BC"/>
                </a:solidFill>
                <a:latin typeface="Arial"/>
                <a:ea typeface="Arial"/>
                <a:cs typeface="Arial"/>
              </a:defRPr>
            </a:defPPr>
            <a:lvl1pPr>
              <a:defRPr sz="1350" b="0">
                <a:solidFill>
                  <a:srgbClr val="AAB7BC"/>
                </a:solidFill>
                <a:latin typeface="Arial"/>
                <a:ea typeface="Arial"/>
                <a:cs typeface="Arial"/>
              </a:defRPr>
            </a:lvl1pPr>
            <a:lvl2pPr>
              <a:defRPr sz="1350" b="0">
                <a:solidFill>
                  <a:srgbClr val="AAB7BC"/>
                </a:solidFill>
                <a:latin typeface="Arial"/>
                <a:ea typeface="Arial"/>
                <a:cs typeface="Arial"/>
              </a:defRPr>
            </a:lvl2pPr>
            <a:lvl3pPr>
              <a:defRPr sz="1350" b="0">
                <a:solidFill>
                  <a:srgbClr val="AAB7BC"/>
                </a:solidFill>
                <a:latin typeface="Arial"/>
                <a:ea typeface="Arial"/>
                <a:cs typeface="Arial"/>
              </a:defRPr>
            </a:lvl3pPr>
            <a:lvl4pPr>
              <a:defRPr sz="1350" b="0">
                <a:solidFill>
                  <a:srgbClr val="AAB7BC"/>
                </a:solidFill>
                <a:latin typeface="Arial"/>
                <a:ea typeface="Arial"/>
                <a:cs typeface="Arial"/>
              </a:defRPr>
            </a:lvl4pPr>
            <a:lvl5pPr>
              <a:defRPr sz="1350" b="0">
                <a:solidFill>
                  <a:srgbClr val="AAB7BC"/>
                </a:solidFill>
                <a:latin typeface="Arial"/>
                <a:ea typeface="Arial"/>
                <a:cs typeface="Arial"/>
              </a:defRPr>
            </a:lvl5pPr>
            <a:lvl6pPr>
              <a:defRPr sz="1350" b="0">
                <a:solidFill>
                  <a:srgbClr val="AAB7BC"/>
                </a:solidFill>
                <a:latin typeface="Arial"/>
                <a:ea typeface="Arial"/>
                <a:cs typeface="Arial"/>
              </a:defRPr>
            </a:lvl6pPr>
            <a:lvl7pPr>
              <a:defRPr sz="1350" b="0">
                <a:solidFill>
                  <a:srgbClr val="AAB7BC"/>
                </a:solidFill>
                <a:latin typeface="Arial"/>
                <a:ea typeface="Arial"/>
                <a:cs typeface="Arial"/>
              </a:defRPr>
            </a:lvl7pPr>
            <a:lvl8pPr>
              <a:defRPr sz="1350" b="0">
                <a:solidFill>
                  <a:srgbClr val="AAB7BC"/>
                </a:solidFill>
                <a:latin typeface="Arial"/>
                <a:ea typeface="Arial"/>
                <a:cs typeface="Arial"/>
              </a:defRPr>
            </a:lvl8pPr>
            <a:lvl9pPr>
              <a:defRPr sz="1350" b="0">
                <a:solidFill>
                  <a:srgbClr val="AAB7BC"/>
                </a:solidFill>
                <a:latin typeface="Arial"/>
                <a:ea typeface="Arial"/>
                <a:cs typeface="Arial"/>
              </a:defRPr>
            </a:lvl9pPr>
          </a:lstStyle>
          <a:p xmlns:a="http://schemas.openxmlformats.org/drawingml/2006/main">
            <a:pPr>
              <a:defRPr sz="1350" b="0">
                <a:solidFill>
                  <a:srgbClr val="AAB7BC"/>
                </a:solidFill>
                <a:latin typeface="Arial"/>
                <a:ea typeface="Arial"/>
                <a:cs typeface="Arial"/>
              </a:defRPr>
            </a:pPr>
            <a:r>
              <a:rPr sz="1350" b="0">
                <a:solidFill>
                  <a:srgbClr val="AAB7B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C31DBFC-DB4B-489B-B396-426BCE1E8D8E}"/>
              </a:ext>
            </a:extLst>
          </p:cNvPr>
          <p:cNvSpPr>
            <a:spLocks xmlns:a="http://schemas.openxmlformats.org/drawingml/2006/main" noGrp="1"/>
          </p:cNvSpPr>
          <p:nvPr/>
        </p:nvSpPr>
        <p:spPr>
          <a:xfrm xmlns:a="http://schemas.openxmlformats.org/drawingml/2006/main">
            <a:off x="647700" y="17526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25" b="1">
                <a:solidFill>
                  <a:srgbClr val="80E3BD"/>
                </a:solidFill>
                <a:latin typeface="Arial"/>
                <a:ea typeface="Arial"/>
                <a:cs typeface="Arial"/>
              </a:defRPr>
            </a:defPPr>
            <a:lvl1pPr>
              <a:defRPr sz="4425" b="1">
                <a:solidFill>
                  <a:srgbClr val="80E3BD"/>
                </a:solidFill>
                <a:latin typeface="Arial"/>
                <a:ea typeface="Arial"/>
                <a:cs typeface="Arial"/>
              </a:defRPr>
            </a:lvl1pPr>
            <a:lvl2pPr>
              <a:defRPr sz="4425" b="1">
                <a:solidFill>
                  <a:srgbClr val="80E3BD"/>
                </a:solidFill>
                <a:latin typeface="Arial"/>
                <a:ea typeface="Arial"/>
                <a:cs typeface="Arial"/>
              </a:defRPr>
            </a:lvl2pPr>
            <a:lvl3pPr>
              <a:defRPr sz="4425" b="1">
                <a:solidFill>
                  <a:srgbClr val="80E3BD"/>
                </a:solidFill>
                <a:latin typeface="Arial"/>
                <a:ea typeface="Arial"/>
                <a:cs typeface="Arial"/>
              </a:defRPr>
            </a:lvl3pPr>
            <a:lvl4pPr>
              <a:defRPr sz="4425" b="1">
                <a:solidFill>
                  <a:srgbClr val="80E3BD"/>
                </a:solidFill>
                <a:latin typeface="Arial"/>
                <a:ea typeface="Arial"/>
                <a:cs typeface="Arial"/>
              </a:defRPr>
            </a:lvl4pPr>
            <a:lvl5pPr>
              <a:defRPr sz="4425" b="1">
                <a:solidFill>
                  <a:srgbClr val="80E3BD"/>
                </a:solidFill>
                <a:latin typeface="Arial"/>
                <a:ea typeface="Arial"/>
                <a:cs typeface="Arial"/>
              </a:defRPr>
            </a:lvl5pPr>
            <a:lvl6pPr>
              <a:defRPr sz="4425" b="1">
                <a:solidFill>
                  <a:srgbClr val="80E3BD"/>
                </a:solidFill>
                <a:latin typeface="Arial"/>
                <a:ea typeface="Arial"/>
                <a:cs typeface="Arial"/>
              </a:defRPr>
            </a:lvl6pPr>
            <a:lvl7pPr>
              <a:defRPr sz="4425" b="1">
                <a:solidFill>
                  <a:srgbClr val="80E3BD"/>
                </a:solidFill>
                <a:latin typeface="Arial"/>
                <a:ea typeface="Arial"/>
                <a:cs typeface="Arial"/>
              </a:defRPr>
            </a:lvl7pPr>
            <a:lvl8pPr>
              <a:defRPr sz="4425" b="1">
                <a:solidFill>
                  <a:srgbClr val="80E3BD"/>
                </a:solidFill>
                <a:latin typeface="Arial"/>
                <a:ea typeface="Arial"/>
                <a:cs typeface="Arial"/>
              </a:defRPr>
            </a:lvl8pPr>
            <a:lvl9pPr>
              <a:defRPr sz="4425" b="1">
                <a:solidFill>
                  <a:srgbClr val="80E3BD"/>
                </a:solidFill>
                <a:latin typeface="Arial"/>
                <a:ea typeface="Arial"/>
                <a:cs typeface="Arial"/>
              </a:defRPr>
            </a:lvl9pPr>
          </a:lstStyle>
          <a:p xmlns:a="http://schemas.openxmlformats.org/drawingml/2006/main">
            <a:pPr>
              <a:defRPr sz="4425" b="1">
                <a:solidFill>
                  <a:srgbClr val="80E3BD"/>
                </a:solidFill>
                <a:latin typeface="Arial"/>
                <a:ea typeface="Arial"/>
                <a:cs typeface="Arial"/>
              </a:defRPr>
            </a:pPr>
            <a:r>
              <a:rPr sz="4425" b="1">
                <a:solidFill>
                  <a:srgbClr val="80E3BD"/>
                </a:solidFill>
                <a:latin typeface="Arial"/>
                <a:ea typeface="Arial"/>
                <a:cs typeface="Arial"/>
              </a:rPr>
              <a:t>Test before you touch.</a:t>
            </a:r>
          </a:p>
        </p:txBody>
      </p:sp>
      <p:sp>
        <p:nvSpPr>
          <p:cNvPr id="4" name="">
            <a:extLst xmlns:a="http://schemas.openxmlformats.org/drawingml/2006/main">
              <a:ext uri="{FF2B5EF4-FFF2-40B4-BE49-F238E27FC236}">
                <a16:creationId xmlns:a16="http://schemas.microsoft.com/office/drawing/2014/main" id="{174C94B2-0287-4035-B7A2-3C5CFEABF3DB}"/>
              </a:ext>
            </a:extLst>
          </p:cNvPr>
          <p:cNvSpPr>
            <a:spLocks xmlns:a="http://schemas.openxmlformats.org/drawingml/2006/main" noGrp="1"/>
          </p:cNvSpPr>
          <p:nvPr/>
        </p:nvSpPr>
        <p:spPr>
          <a:xfrm xmlns:a="http://schemas.openxmlformats.org/drawingml/2006/main">
            <a:off x="647700" y="30384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3F4F1"/>
                </a:solidFill>
                <a:latin typeface="Arial"/>
                <a:ea typeface="Arial"/>
                <a:cs typeface="Arial"/>
              </a:defRPr>
            </a:defPPr>
            <a:lvl1pPr>
              <a:defRPr sz="2325" b="1">
                <a:solidFill>
                  <a:srgbClr val="F3F4F1"/>
                </a:solidFill>
                <a:latin typeface="Arial"/>
                <a:ea typeface="Arial"/>
                <a:cs typeface="Arial"/>
              </a:defRPr>
            </a:lvl1pPr>
            <a:lvl2pPr>
              <a:defRPr sz="2325" b="1">
                <a:solidFill>
                  <a:srgbClr val="F3F4F1"/>
                </a:solidFill>
                <a:latin typeface="Arial"/>
                <a:ea typeface="Arial"/>
                <a:cs typeface="Arial"/>
              </a:defRPr>
            </a:lvl2pPr>
            <a:lvl3pPr>
              <a:defRPr sz="2325" b="1">
                <a:solidFill>
                  <a:srgbClr val="F3F4F1"/>
                </a:solidFill>
                <a:latin typeface="Arial"/>
                <a:ea typeface="Arial"/>
                <a:cs typeface="Arial"/>
              </a:defRPr>
            </a:lvl3pPr>
            <a:lvl4pPr>
              <a:defRPr sz="2325" b="1">
                <a:solidFill>
                  <a:srgbClr val="F3F4F1"/>
                </a:solidFill>
                <a:latin typeface="Arial"/>
                <a:ea typeface="Arial"/>
                <a:cs typeface="Arial"/>
              </a:defRPr>
            </a:lvl4pPr>
            <a:lvl5pPr>
              <a:defRPr sz="2325" b="1">
                <a:solidFill>
                  <a:srgbClr val="F3F4F1"/>
                </a:solidFill>
                <a:latin typeface="Arial"/>
                <a:ea typeface="Arial"/>
                <a:cs typeface="Arial"/>
              </a:defRPr>
            </a:lvl5pPr>
            <a:lvl6pPr>
              <a:defRPr sz="2325" b="1">
                <a:solidFill>
                  <a:srgbClr val="F3F4F1"/>
                </a:solidFill>
                <a:latin typeface="Arial"/>
                <a:ea typeface="Arial"/>
                <a:cs typeface="Arial"/>
              </a:defRPr>
            </a:lvl6pPr>
            <a:lvl7pPr>
              <a:defRPr sz="2325" b="1">
                <a:solidFill>
                  <a:srgbClr val="F3F4F1"/>
                </a:solidFill>
                <a:latin typeface="Arial"/>
                <a:ea typeface="Arial"/>
                <a:cs typeface="Arial"/>
              </a:defRPr>
            </a:lvl7pPr>
            <a:lvl8pPr>
              <a:defRPr sz="2325" b="1">
                <a:solidFill>
                  <a:srgbClr val="F3F4F1"/>
                </a:solidFill>
                <a:latin typeface="Arial"/>
                <a:ea typeface="Arial"/>
                <a:cs typeface="Arial"/>
              </a:defRPr>
            </a:lvl8pPr>
            <a:lvl9pPr>
              <a:defRPr sz="2325" b="1">
                <a:solidFill>
                  <a:srgbClr val="F3F4F1"/>
                </a:solidFill>
                <a:latin typeface="Arial"/>
                <a:ea typeface="Arial"/>
                <a:cs typeface="Arial"/>
              </a:defRPr>
            </a:lvl9pPr>
          </a:lstStyle>
          <a:p xmlns:a="http://schemas.openxmlformats.org/drawingml/2006/main">
            <a:pPr>
              <a:defRPr sz="2325" b="1">
                <a:solidFill>
                  <a:srgbClr val="F3F4F1"/>
                </a:solidFill>
                <a:latin typeface="Arial"/>
                <a:ea typeface="Arial"/>
                <a:cs typeface="Arial"/>
              </a:defRPr>
            </a:pPr>
            <a:r>
              <a:rPr sz="2325" b="1">
                <a:solidFill>
                  <a:srgbClr val="F3F4F1"/>
                </a:solidFill>
                <a:latin typeface="Arial"/>
                <a:ea typeface="Arial"/>
                <a:cs typeface="Arial"/>
              </a:rPr>
              <a:t>Today: a working simulation and approval prototype</a:t>
            </a:r>
          </a:p>
        </p:txBody>
      </p:sp>
      <p:sp>
        <p:nvSpPr>
          <p:cNvPr id="5" name="">
            <a:extLst xmlns:a="http://schemas.openxmlformats.org/drawingml/2006/main">
              <a:ext uri="{FF2B5EF4-FFF2-40B4-BE49-F238E27FC236}">
                <a16:creationId xmlns:a16="http://schemas.microsoft.com/office/drawing/2014/main" id="{4810FCB2-F307-4943-9C0C-67AE11D0E604}"/>
              </a:ext>
            </a:extLst>
          </p:cNvPr>
          <p:cNvSpPr>
            <a:spLocks xmlns:a="http://schemas.openxmlformats.org/drawingml/2006/main" noGrp="1"/>
          </p:cNvSpPr>
          <p:nvPr/>
        </p:nvSpPr>
        <p:spPr>
          <a:xfrm xmlns:a="http://schemas.openxmlformats.org/drawingml/2006/main">
            <a:off x="647700" y="40290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AAB7BC"/>
                </a:solidFill>
                <a:latin typeface="Arial"/>
                <a:ea typeface="Arial"/>
                <a:cs typeface="Arial"/>
              </a:defRPr>
            </a:defPPr>
            <a:lvl1pPr>
              <a:defRPr sz="2325" b="0">
                <a:solidFill>
                  <a:srgbClr val="AAB7BC"/>
                </a:solidFill>
                <a:latin typeface="Arial"/>
                <a:ea typeface="Arial"/>
                <a:cs typeface="Arial"/>
              </a:defRPr>
            </a:lvl1pPr>
            <a:lvl2pPr>
              <a:defRPr sz="2325" b="0">
                <a:solidFill>
                  <a:srgbClr val="AAB7BC"/>
                </a:solidFill>
                <a:latin typeface="Arial"/>
                <a:ea typeface="Arial"/>
                <a:cs typeface="Arial"/>
              </a:defRPr>
            </a:lvl2pPr>
            <a:lvl3pPr>
              <a:defRPr sz="2325" b="0">
                <a:solidFill>
                  <a:srgbClr val="AAB7BC"/>
                </a:solidFill>
                <a:latin typeface="Arial"/>
                <a:ea typeface="Arial"/>
                <a:cs typeface="Arial"/>
              </a:defRPr>
            </a:lvl3pPr>
            <a:lvl4pPr>
              <a:defRPr sz="2325" b="0">
                <a:solidFill>
                  <a:srgbClr val="AAB7BC"/>
                </a:solidFill>
                <a:latin typeface="Arial"/>
                <a:ea typeface="Arial"/>
                <a:cs typeface="Arial"/>
              </a:defRPr>
            </a:lvl4pPr>
            <a:lvl5pPr>
              <a:defRPr sz="2325" b="0">
                <a:solidFill>
                  <a:srgbClr val="AAB7BC"/>
                </a:solidFill>
                <a:latin typeface="Arial"/>
                <a:ea typeface="Arial"/>
                <a:cs typeface="Arial"/>
              </a:defRPr>
            </a:lvl5pPr>
            <a:lvl6pPr>
              <a:defRPr sz="2325" b="0">
                <a:solidFill>
                  <a:srgbClr val="AAB7BC"/>
                </a:solidFill>
                <a:latin typeface="Arial"/>
                <a:ea typeface="Arial"/>
                <a:cs typeface="Arial"/>
              </a:defRPr>
            </a:lvl6pPr>
            <a:lvl7pPr>
              <a:defRPr sz="2325" b="0">
                <a:solidFill>
                  <a:srgbClr val="AAB7BC"/>
                </a:solidFill>
                <a:latin typeface="Arial"/>
                <a:ea typeface="Arial"/>
                <a:cs typeface="Arial"/>
              </a:defRPr>
            </a:lvl7pPr>
            <a:lvl8pPr>
              <a:defRPr sz="2325" b="0">
                <a:solidFill>
                  <a:srgbClr val="AAB7BC"/>
                </a:solidFill>
                <a:latin typeface="Arial"/>
                <a:ea typeface="Arial"/>
                <a:cs typeface="Arial"/>
              </a:defRPr>
            </a:lvl8pPr>
            <a:lvl9pPr>
              <a:defRPr sz="2325" b="0">
                <a:solidFill>
                  <a:srgbClr val="AAB7BC"/>
                </a:solidFill>
                <a:latin typeface="Arial"/>
                <a:ea typeface="Arial"/>
                <a:cs typeface="Arial"/>
              </a:defRPr>
            </a:lvl9pPr>
          </a:lstStyle>
          <a:p xmlns:a="http://schemas.openxmlformats.org/drawingml/2006/main">
            <a:pPr>
              <a:defRPr sz="2325" b="0">
                <a:solidFill>
                  <a:srgbClr val="AAB7BC"/>
                </a:solidFill>
                <a:latin typeface="Arial"/>
                <a:ea typeface="Arial"/>
                <a:cs typeface="Arial"/>
              </a:defRPr>
            </a:pPr>
            <a:r>
              <a:rPr sz="2325" b="0">
                <a:solidFill>
                  <a:srgbClr val="AAB7BC"/>
                </a:solidFill>
                <a:latin typeface="Arial"/>
                <a:ea typeface="Arial"/>
                <a:cs typeface="Arial"/>
              </a:rPr>
              <a:t>Next: clearer camera views, broader collision checks and calibrated hardware trials</a:t>
            </a:r>
          </a:p>
        </p:txBody>
      </p:sp>
      <p:sp>
        <p:nvSpPr>
          <p:cNvPr id="6" name="">
            <a:extLst xmlns:a="http://schemas.openxmlformats.org/drawingml/2006/main">
              <a:ext uri="{FF2B5EF4-FFF2-40B4-BE49-F238E27FC236}">
                <a16:creationId xmlns:a16="http://schemas.microsoft.com/office/drawing/2014/main" id="{DFA69664-5E7C-4A51-82CE-3ED4889D9AC9}"/>
              </a:ext>
            </a:extLst>
          </p:cNvPr>
          <p:cNvSpPr>
            <a:spLocks xmlns:a="http://schemas.openxmlformats.org/drawingml/2006/main" noGrp="1"/>
          </p:cNvSpPr>
          <p:nvPr/>
        </p:nvSpPr>
        <p:spPr>
          <a:xfrm xmlns:a="http://schemas.openxmlformats.org/drawingml/2006/main">
            <a:off x="647700" y="5381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3F4F1"/>
                </a:solidFill>
                <a:latin typeface="Arial"/>
                <a:ea typeface="Arial"/>
                <a:cs typeface="Arial"/>
              </a:defRPr>
            </a:defPPr>
            <a:lvl1pPr>
              <a:defRPr sz="2175" b="1">
                <a:solidFill>
                  <a:srgbClr val="F3F4F1"/>
                </a:solidFill>
                <a:latin typeface="Arial"/>
                <a:ea typeface="Arial"/>
                <a:cs typeface="Arial"/>
              </a:defRPr>
            </a:lvl1pPr>
            <a:lvl2pPr>
              <a:defRPr sz="2175" b="1">
                <a:solidFill>
                  <a:srgbClr val="F3F4F1"/>
                </a:solidFill>
                <a:latin typeface="Arial"/>
                <a:ea typeface="Arial"/>
                <a:cs typeface="Arial"/>
              </a:defRPr>
            </a:lvl2pPr>
            <a:lvl3pPr>
              <a:defRPr sz="2175" b="1">
                <a:solidFill>
                  <a:srgbClr val="F3F4F1"/>
                </a:solidFill>
                <a:latin typeface="Arial"/>
                <a:ea typeface="Arial"/>
                <a:cs typeface="Arial"/>
              </a:defRPr>
            </a:lvl3pPr>
            <a:lvl4pPr>
              <a:defRPr sz="2175" b="1">
                <a:solidFill>
                  <a:srgbClr val="F3F4F1"/>
                </a:solidFill>
                <a:latin typeface="Arial"/>
                <a:ea typeface="Arial"/>
                <a:cs typeface="Arial"/>
              </a:defRPr>
            </a:lvl4pPr>
            <a:lvl5pPr>
              <a:defRPr sz="2175" b="1">
                <a:solidFill>
                  <a:srgbClr val="F3F4F1"/>
                </a:solidFill>
                <a:latin typeface="Arial"/>
                <a:ea typeface="Arial"/>
                <a:cs typeface="Arial"/>
              </a:defRPr>
            </a:lvl5pPr>
            <a:lvl6pPr>
              <a:defRPr sz="2175" b="1">
                <a:solidFill>
                  <a:srgbClr val="F3F4F1"/>
                </a:solidFill>
                <a:latin typeface="Arial"/>
                <a:ea typeface="Arial"/>
                <a:cs typeface="Arial"/>
              </a:defRPr>
            </a:lvl6pPr>
            <a:lvl7pPr>
              <a:defRPr sz="2175" b="1">
                <a:solidFill>
                  <a:srgbClr val="F3F4F1"/>
                </a:solidFill>
                <a:latin typeface="Arial"/>
                <a:ea typeface="Arial"/>
                <a:cs typeface="Arial"/>
              </a:defRPr>
            </a:lvl7pPr>
            <a:lvl8pPr>
              <a:defRPr sz="2175" b="1">
                <a:solidFill>
                  <a:srgbClr val="F3F4F1"/>
                </a:solidFill>
                <a:latin typeface="Arial"/>
                <a:ea typeface="Arial"/>
                <a:cs typeface="Arial"/>
              </a:defRPr>
            </a:lvl8pPr>
            <a:lvl9pPr>
              <a:defRPr sz="2175" b="1">
                <a:solidFill>
                  <a:srgbClr val="F3F4F1"/>
                </a:solidFill>
                <a:latin typeface="Arial"/>
                <a:ea typeface="Arial"/>
                <a:cs typeface="Arial"/>
              </a:defRPr>
            </a:lvl9pPr>
          </a:lstStyle>
          <a:p xmlns:a="http://schemas.openxmlformats.org/drawingml/2006/main">
            <a:pPr>
              <a:defRPr sz="2175" b="1">
                <a:solidFill>
                  <a:srgbClr val="F3F4F1"/>
                </a:solidFill>
                <a:latin typeface="Arial"/>
                <a:ea typeface="Arial"/>
                <a:cs typeface="Arial"/>
              </a:defRPr>
            </a:pPr>
            <a:r>
              <a:rPr sz="2175" b="1">
                <a:solidFill>
                  <a:srgbClr val="F3F4F1"/>
                </a:solidFill>
                <a:latin typeface="Arial"/>
                <a:ea typeface="Arial"/>
                <a:cs typeface="Arial"/>
              </a:rPr>
              <a:t>Visionary Creators</a:t>
            </a:r>
          </a:p>
        </p:txBody>
      </p:sp>
      <p:sp>
        <p:nvSpPr>
          <p:cNvPr id="7" name="">
            <a:extLst xmlns:a="http://schemas.openxmlformats.org/drawingml/2006/main">
              <a:ext uri="{FF2B5EF4-FFF2-40B4-BE49-F238E27FC236}">
                <a16:creationId xmlns:a16="http://schemas.microsoft.com/office/drawing/2014/main" id="{994C6AD5-1365-49CD-B33B-FD71801EA18E}"/>
              </a:ext>
            </a:extLst>
          </p:cNvPr>
          <p:cNvSpPr>
            <a:spLocks xmlns:a="http://schemas.openxmlformats.org/drawingml/2006/main" noGrp="1"/>
          </p:cNvSpPr>
          <p:nvPr/>
        </p:nvSpPr>
        <p:spPr>
          <a:xfrm xmlns:a="http://schemas.openxmlformats.org/drawingml/2006/main">
            <a:off x="647700" y="59055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80E3BD"/>
                </a:solidFill>
                <a:latin typeface="Arial"/>
                <a:ea typeface="Arial"/>
                <a:cs typeface="Arial"/>
              </a:defRPr>
            </a:defPPr>
            <a:lvl1pPr>
              <a:defRPr sz="2025" b="0">
                <a:solidFill>
                  <a:srgbClr val="80E3BD"/>
                </a:solidFill>
                <a:latin typeface="Arial"/>
                <a:ea typeface="Arial"/>
                <a:cs typeface="Arial"/>
              </a:defRPr>
            </a:lvl1pPr>
            <a:lvl2pPr>
              <a:defRPr sz="2025" b="0">
                <a:solidFill>
                  <a:srgbClr val="80E3BD"/>
                </a:solidFill>
                <a:latin typeface="Arial"/>
                <a:ea typeface="Arial"/>
                <a:cs typeface="Arial"/>
              </a:defRPr>
            </a:lvl2pPr>
            <a:lvl3pPr>
              <a:defRPr sz="2025" b="0">
                <a:solidFill>
                  <a:srgbClr val="80E3BD"/>
                </a:solidFill>
                <a:latin typeface="Arial"/>
                <a:ea typeface="Arial"/>
                <a:cs typeface="Arial"/>
              </a:defRPr>
            </a:lvl3pPr>
            <a:lvl4pPr>
              <a:defRPr sz="2025" b="0">
                <a:solidFill>
                  <a:srgbClr val="80E3BD"/>
                </a:solidFill>
                <a:latin typeface="Arial"/>
                <a:ea typeface="Arial"/>
                <a:cs typeface="Arial"/>
              </a:defRPr>
            </a:lvl4pPr>
            <a:lvl5pPr>
              <a:defRPr sz="2025" b="0">
                <a:solidFill>
                  <a:srgbClr val="80E3BD"/>
                </a:solidFill>
                <a:latin typeface="Arial"/>
                <a:ea typeface="Arial"/>
                <a:cs typeface="Arial"/>
              </a:defRPr>
            </a:lvl5pPr>
            <a:lvl6pPr>
              <a:defRPr sz="2025" b="0">
                <a:solidFill>
                  <a:srgbClr val="80E3BD"/>
                </a:solidFill>
                <a:latin typeface="Arial"/>
                <a:ea typeface="Arial"/>
                <a:cs typeface="Arial"/>
              </a:defRPr>
            </a:lvl6pPr>
            <a:lvl7pPr>
              <a:defRPr sz="2025" b="0">
                <a:solidFill>
                  <a:srgbClr val="80E3BD"/>
                </a:solidFill>
                <a:latin typeface="Arial"/>
                <a:ea typeface="Arial"/>
                <a:cs typeface="Arial"/>
              </a:defRPr>
            </a:lvl7pPr>
            <a:lvl8pPr>
              <a:defRPr sz="2025" b="0">
                <a:solidFill>
                  <a:srgbClr val="80E3BD"/>
                </a:solidFill>
                <a:latin typeface="Arial"/>
                <a:ea typeface="Arial"/>
                <a:cs typeface="Arial"/>
              </a:defRPr>
            </a:lvl8pPr>
            <a:lvl9pPr>
              <a:defRPr sz="2025" b="0">
                <a:solidFill>
                  <a:srgbClr val="80E3BD"/>
                </a:solidFill>
                <a:latin typeface="Arial"/>
                <a:ea typeface="Arial"/>
                <a:cs typeface="Arial"/>
              </a:defRPr>
            </a:lvl9pPr>
          </a:lstStyle>
          <a:p xmlns:a="http://schemas.openxmlformats.org/drawingml/2006/main">
            <a:pPr>
              <a:defRPr sz="2025" b="0">
                <a:solidFill>
                  <a:srgbClr val="80E3BD"/>
                </a:solidFill>
                <a:latin typeface="Arial"/>
                <a:ea typeface="Arial"/>
                <a:cs typeface="Arial"/>
              </a:defRPr>
            </a:pPr>
            <a:r>
              <a:rPr sz="2025" b="0">
                <a:solidFill>
                  <a:srgbClr val="80E3BD"/>
                </a:solidFill>
                <a:latin typeface="Arial"/>
                <a:ea typeface="Arial"/>
                <a:cs typeface="Arial"/>
              </a:rPr>
              <a:t>github.com/anish-01/simtoreal-agent</a:t>
            </a:r>
          </a:p>
        </p:txBody>
      </p:sp>
    </p:spTree>
    <p:extLst>
      <p:ext uri="{BB962C8B-B14F-4D97-AF65-F5344CB8AC3E}">
        <p14:creationId xmlns:p14="http://schemas.microsoft.com/office/powerpoint/2010/main" val="1935366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2026-10-17T00:26:47.2710000Z</dcterms:created>
  <dcterms:modified xsi:type="dcterms:W3CDTF">2026-10-17T00:26:47.2710000Z</dcterms:modified>
</coreProperties>
</file>